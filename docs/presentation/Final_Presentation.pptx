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8b75dc22aa846c2" /><Relationship Type="http://schemas.openxmlformats.org/officeDocument/2006/relationships/extended-properties" Target="/docProps/app.xml" Id="R41fd9795614148fe" /><Relationship Type="http://schemas.openxmlformats.org/officeDocument/2006/relationships/officeDocument" Target="/ppt/presentation.xml" Id="R1692e394a34342cc" /></Relationships>
</file>

<file path=ppt/presentation.xml><?xml version="1.0" encoding="utf-8"?>
<p:presentation xmlns:p="http://schemas.openxmlformats.org/presentationml/2006/main">
  <p:sldMasterIdLst>
    <p:sldMasterId xmlns:r="http://schemas.openxmlformats.org/officeDocument/2006/relationships" id="2147483648" r:id="Rf06b7c68326d4652"/>
  </p:sldMasterIdLst>
  <p:notesMasterIdLst>
    <p:notesMasterId xmlns:r="http://schemas.openxmlformats.org/officeDocument/2006/relationships" r:id="R1afe9f8fc7804325"/>
  </p:notesMasterIdLst>
  <p:sldIdLst>
    <p:sldId xmlns:r="http://schemas.openxmlformats.org/officeDocument/2006/relationships" id="256" r:id="Re6b4098dfa9a405a"/>
    <p:sldId xmlns:r="http://schemas.openxmlformats.org/officeDocument/2006/relationships" id="257" r:id="R5d2599f1dc934da2"/>
    <p:sldId xmlns:r="http://schemas.openxmlformats.org/officeDocument/2006/relationships" id="258" r:id="R0c9ad48ddeeb423a"/>
    <p:sldId xmlns:r="http://schemas.openxmlformats.org/officeDocument/2006/relationships" id="259" r:id="Rb691ab41d0ef4e3b"/>
    <p:sldId xmlns:r="http://schemas.openxmlformats.org/officeDocument/2006/relationships" id="260" r:id="R7705153dff3e4768"/>
    <p:sldId xmlns:r="http://schemas.openxmlformats.org/officeDocument/2006/relationships" id="261" r:id="R3d9521731d9847b2"/>
    <p:sldId xmlns:r="http://schemas.openxmlformats.org/officeDocument/2006/relationships" id="262" r:id="R32dce350b8bd4646"/>
    <p:sldId xmlns:r="http://schemas.openxmlformats.org/officeDocument/2006/relationships" id="263" r:id="R5d14bb41f72e4acf"/>
    <p:sldId xmlns:r="http://schemas.openxmlformats.org/officeDocument/2006/relationships" id="264" r:id="R0801f62f7070456e"/>
    <p:sldId xmlns:r="http://schemas.openxmlformats.org/officeDocument/2006/relationships" id="265" r:id="R9fa3f76c28594c43"/>
    <p:sldId xmlns:r="http://schemas.openxmlformats.org/officeDocument/2006/relationships" id="266" r:id="Rbe306060c1984248"/>
    <p:sldId xmlns:r="http://schemas.openxmlformats.org/officeDocument/2006/relationships" id="267" r:id="Ra00badc348a141ca"/>
    <p:sldId xmlns:r="http://schemas.openxmlformats.org/officeDocument/2006/relationships" id="268" r:id="Ra72c583ba40d4569"/>
    <p:sldId xmlns:r="http://schemas.openxmlformats.org/officeDocument/2006/relationships" id="269" r:id="Rdd9d155ad80d4e9e"/>
    <p:sldId xmlns:r="http://schemas.openxmlformats.org/officeDocument/2006/relationships" id="270" r:id="R2ef426248658438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07b4bc4b44426c" /><Relationship Type="http://schemas.openxmlformats.org/officeDocument/2006/relationships/slideMaster" Target="/ppt/slideMasters/slideMaster1.xml" Id="Rf06b7c68326d4652" /><Relationship Type="http://schemas.openxmlformats.org/officeDocument/2006/relationships/notesMaster" Target="/ppt/notesMasters/notesMaster1.xml" Id="R1afe9f8fc7804325" /><Relationship Type="http://schemas.openxmlformats.org/officeDocument/2006/relationships/presProps" Target="/ppt/presProps.xml" Id="R2a0c39dba110432e" /><Relationship Type="http://schemas.openxmlformats.org/officeDocument/2006/relationships/tableStyles" Target="/ppt/tableStyles.xml" Id="R00843798316b4b67" /><Relationship Type="http://schemas.openxmlformats.org/officeDocument/2006/relationships/slide" Target="/ppt/slides/slide1.xml" Id="Re6b4098dfa9a405a" /><Relationship Type="http://schemas.openxmlformats.org/officeDocument/2006/relationships/slide" Target="/ppt/slides/slide2.xml" Id="R5d2599f1dc934da2" /><Relationship Type="http://schemas.openxmlformats.org/officeDocument/2006/relationships/slide" Target="/ppt/slides/slide3.xml" Id="R0c9ad48ddeeb423a" /><Relationship Type="http://schemas.openxmlformats.org/officeDocument/2006/relationships/slide" Target="/ppt/slides/slide4.xml" Id="Rb691ab41d0ef4e3b" /><Relationship Type="http://schemas.openxmlformats.org/officeDocument/2006/relationships/slide" Target="/ppt/slides/slide5.xml" Id="R7705153dff3e4768" /><Relationship Type="http://schemas.openxmlformats.org/officeDocument/2006/relationships/slide" Target="/ppt/slides/slide6.xml" Id="R3d9521731d9847b2" /><Relationship Type="http://schemas.openxmlformats.org/officeDocument/2006/relationships/slide" Target="/ppt/slides/slide7.xml" Id="R32dce350b8bd4646" /><Relationship Type="http://schemas.openxmlformats.org/officeDocument/2006/relationships/slide" Target="/ppt/slides/slide8.xml" Id="R5d14bb41f72e4acf" /><Relationship Type="http://schemas.openxmlformats.org/officeDocument/2006/relationships/slide" Target="/ppt/slides/slide9.xml" Id="R0801f62f7070456e" /><Relationship Type="http://schemas.openxmlformats.org/officeDocument/2006/relationships/slide" Target="/ppt/slides/slide10.xml" Id="R9fa3f76c28594c43" /><Relationship Type="http://schemas.openxmlformats.org/officeDocument/2006/relationships/slide" Target="/ppt/slides/slide11.xml" Id="Rbe306060c1984248" /><Relationship Type="http://schemas.openxmlformats.org/officeDocument/2006/relationships/slide" Target="/ppt/slides/slide12.xml" Id="Ra00badc348a141ca" /><Relationship Type="http://schemas.openxmlformats.org/officeDocument/2006/relationships/slide" Target="/ppt/slides/slide13.xml" Id="Ra72c583ba40d4569" /><Relationship Type="http://schemas.openxmlformats.org/officeDocument/2006/relationships/slide" Target="/ppt/slides/slide14.xml" Id="Rdd9d155ad80d4e9e" /><Relationship Type="http://schemas.openxmlformats.org/officeDocument/2006/relationships/slide" Target="/ppt/slides/slide15.xml" Id="R2ef42624865843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0102fa7d7d4e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55cfa413cc455f" /><Relationship Type="http://schemas.openxmlformats.org/officeDocument/2006/relationships/notesMaster" Target="/ppt/notesMasters/notesMaster1.xml" Id="R5fd08b76df1840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1e401243394f3a" /><Relationship Type="http://schemas.openxmlformats.org/officeDocument/2006/relationships/notesMaster" Target="/ppt/notesMasters/notesMaster1.xml" Id="R1a022f5023f94a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90ef6856fb470b" /><Relationship Type="http://schemas.openxmlformats.org/officeDocument/2006/relationships/notesMaster" Target="/ppt/notesMasters/notesMaster1.xml" Id="R60b8303ace014d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6de561f60c4f16" /><Relationship Type="http://schemas.openxmlformats.org/officeDocument/2006/relationships/notesMaster" Target="/ppt/notesMasters/notesMaster1.xml" Id="Rc441ed831eb34c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e742bc091946b0" /><Relationship Type="http://schemas.openxmlformats.org/officeDocument/2006/relationships/notesMaster" Target="/ppt/notesMasters/notesMaster1.xml" Id="R30f0a3d0235c46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a460382941466d" /><Relationship Type="http://schemas.openxmlformats.org/officeDocument/2006/relationships/notesMaster" Target="/ppt/notesMasters/notesMaster1.xml" Id="Rd5f329108a884a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521eca73f24aac" /><Relationship Type="http://schemas.openxmlformats.org/officeDocument/2006/relationships/notesMaster" Target="/ppt/notesMasters/notesMaster1.xml" Id="R9b3cb9630b2740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95f927c9644bf0" /><Relationship Type="http://schemas.openxmlformats.org/officeDocument/2006/relationships/notesMaster" Target="/ppt/notesMasters/notesMaster1.xml" Id="R42aaa43948694f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ac30384edd423b" /><Relationship Type="http://schemas.openxmlformats.org/officeDocument/2006/relationships/notesMaster" Target="/ppt/notesMasters/notesMaster1.xml" Id="R1b0b2115d979444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4c46243c78444a" /><Relationship Type="http://schemas.openxmlformats.org/officeDocument/2006/relationships/notesMaster" Target="/ppt/notesMasters/notesMaster1.xml" Id="Rc5e4e47b7e7f4e6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56b2807c22428f" /><Relationship Type="http://schemas.openxmlformats.org/officeDocument/2006/relationships/notesMaster" Target="/ppt/notesMasters/notesMaster1.xml" Id="R25757923b701483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7f13ae1bfd4987" /><Relationship Type="http://schemas.openxmlformats.org/officeDocument/2006/relationships/notesMaster" Target="/ppt/notesMasters/notesMaster1.xml" Id="Ra8a2b35e8b244dc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2c78de6e67346e3" /><Relationship Type="http://schemas.openxmlformats.org/officeDocument/2006/relationships/notesMaster" Target="/ppt/notesMasters/notesMaster1.xml" Id="Rcd5390641de2475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11ce0ec18344b43" /><Relationship Type="http://schemas.openxmlformats.org/officeDocument/2006/relationships/notesMaster" Target="/ppt/notesMasters/notesMaster1.xml" Id="Rddf7f3077742425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b9561b36d644e05" /><Relationship Type="http://schemas.openxmlformats.org/officeDocument/2006/relationships/notesMaster" Target="/ppt/notesMasters/notesMaster1.xml" Id="R0e505fac7b7840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We built the Software Engineering QA Agent as our capstone product and used BudgetMe as the target application. We focused on traceability and developer control throughout the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We addressed the gap between requirements and practical testing. We used the charter and user stories to define our QA Agent, while keeping BudgetMe requirements separate as the target behaviour to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We connected the project, stored requirements and added review gates. Our workflow requires explicit approval and a separate Run action before any selected test executes.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We kept local records and deterministic tool dispatch on our side of the Groq boundary. We used a separate approved Docker execution path. The supplied SVG shows these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We used this early model baseline to compare the versioned prompts against the same ten requirements. The displayed counts come from the saved prompt evaluation and describe that configuration, rather than a later workflow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We recorded the target snapshot and its provenance before using it. We verified 100 supported source files. BudgetMe records movements locally; we did not verify a production payment transaction.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We used FR-006 to connect a source-derived rule to normal, equality and over-limit test inputs. We checked the cap against the entered pay-period income; it does not normalise that amount to monthly income.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We kept each answer with the excerpts used to support it. In the 22 October evaluation, R13 reports the supported minimum amount and leaves the production provider URL unresolved; R14 and R15 do not invent absent information. We used an AI-assisted rubric for this single evaluation, with independent human acceptance still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We recorded successful live model selection for retrieval and local draft creation. Our prohibited-action request selected no tool. We enforced the schema and allow-list in application code independently of the wording returned by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We deliberately injected one retrieval failure, then recorded grounded retrieval and a saved draft in the selected recovery trace. We also kept normal and adversarial traces. We enforced stop limits and tool guards in deterministic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We completed two opt-in memory runs. The second trace records prior_report_count=1 and fresh retrieval. Our project failure-analysis path saves summaries with reuse off, while standalone triage supports explicit reuse.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We kept offline checks of deterministic behaviour separate from live model evidence. We recorded request-size errors, retrieval-scope problems, unfinished responses, provider errors and generated-test setup failures in the failure catalogue, with our responses and subsequent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We executed all 36 scenarios for the 22 October evaluation. We recorded 31 full passes and five partial results after the documented checks, giving an 86.1 percent full-pass rate with partials excluded. We found gaps in feature completeness, proposal/result attribution, conflict clarification, setup diagnosis and stop/handoff behaviour. We used live Groq for generative cases and actual services with labelled fault injection for deterministic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four minutes. We will use the prepared disposable demonstration session to follow one case from source to evidence. We will ask a BudgetMe knowledge question, inspect its sources and a benign proposed case, review its code, approve it and explicitly run it. We will then inspect the recorded results and recovery trace. If a service fails, we will report the actual failure and use the retained trace as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We kept readable evidence, explicit boundaries and developer control at the centre of our project. We leave the final decision with the developer and can discuss the sources, limits and traces behind our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d5b504cbe7434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c67f8bd7c434b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de7e2048db429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b4a3465c3534d3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1da9880a36042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b56cface49346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CCF382-8165-480E-927E-48B0A910188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EDBE337-F3CA-4AF7-A26A-4AFF5D89BD4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2CA2751-2A8C-499F-AB12-72231DDD6A8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356F0C-D390-4052-8C0C-CFD1C25621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3561E13-CAA8-4DAB-9C5F-7B1CE11D953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AD3818B-F259-458F-92EF-880F506042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284626-A9AA-42DF-9C90-E3B0BCF899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4B67B9B-BA8E-4D72-8C9E-B93A802BD98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17CF33-0474-4DB8-8C46-322C91B2F9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8A2C16-9F96-451A-B386-A99D88B986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9efb16c02f4a36" /><Relationship Type="http://schemas.openxmlformats.org/officeDocument/2006/relationships/slideLayout" Target="/ppt/slideLayouts/slideLayout1.xml" Id="R07ed27ce242b4b76" /><Relationship Type="http://schemas.openxmlformats.org/officeDocument/2006/relationships/slideLayout" Target="/ppt/slideLayouts/slideLayout2.xml" Id="R72dd889b2320411b" /><Relationship Type="http://schemas.openxmlformats.org/officeDocument/2006/relationships/slideLayout" Target="/ppt/slideLayouts/slideLayout3.xml" Id="R9fe1c31d583f4e95" /><Relationship Type="http://schemas.openxmlformats.org/officeDocument/2006/relationships/slideLayout" Target="/ppt/slideLayouts/slideLayout4.xml" Id="R9384424ee7924cd1" /><Relationship Type="http://schemas.openxmlformats.org/officeDocument/2006/relationships/slideLayout" Target="/ppt/slideLayouts/slideLayout5.xml" Id="R05aeeadc08944448" /><Relationship Type="http://schemas.openxmlformats.org/officeDocument/2006/relationships/slideLayout" Target="/ppt/slideLayouts/slideLayout6.xml" Id="R11844b249a8f41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ed27ce242b4b76"/>
    <p:sldLayoutId xmlns:r="http://schemas.openxmlformats.org/officeDocument/2006/relationships" id="2147483650" r:id="R72dd889b2320411b"/>
    <p:sldLayoutId xmlns:r="http://schemas.openxmlformats.org/officeDocument/2006/relationships" id="2147483651" r:id="R9fe1c31d583f4e95"/>
    <p:sldLayoutId xmlns:r="http://schemas.openxmlformats.org/officeDocument/2006/relationships" id="2147483652" r:id="R9384424ee7924cd1"/>
    <p:sldLayoutId xmlns:r="http://schemas.openxmlformats.org/officeDocument/2006/relationships" id="2147483653" r:id="R05aeeadc08944448"/>
    <p:sldLayoutId xmlns:r="http://schemas.openxmlformats.org/officeDocument/2006/relationships" id="2147483654" r:id="R11844b249a8f41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70945ad15524f65" /><Relationship Type="http://schemas.openxmlformats.org/officeDocument/2006/relationships/notesSlide" Target="/ppt/notesSlides/notesSlide1.xml" Id="R49c858ef56e341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8541bf576bc4ab8" /><Relationship Type="http://schemas.openxmlformats.org/officeDocument/2006/relationships/notesSlide" Target="/ppt/notesSlides/notesSlide2.xml" Id="R32e6ca33c51e45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0f920af84a544da" /><Relationship Type="http://schemas.openxmlformats.org/officeDocument/2006/relationships/notesSlide" Target="/ppt/notesSlides/notesSlide3.xml" Id="R2ba88a229b3a4a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f9faf23555d492c" /><Relationship Type="http://schemas.openxmlformats.org/officeDocument/2006/relationships/image" Target="/ppt/media/image.png" Id="R8a36b7ff58c448e8" /><Relationship Type="http://schemas.openxmlformats.org/officeDocument/2006/relationships/notesSlide" Target="/ppt/notesSlides/notesSlide4.xml" Id="Rf84235fe002140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23155c9bd374bbe" /><Relationship Type="http://schemas.openxmlformats.org/officeDocument/2006/relationships/chart" Target="/ppt/slides/charts/chart1.xml" Id="R239cf27653d7406d" /><Relationship Type="http://schemas.openxmlformats.org/officeDocument/2006/relationships/notesSlide" Target="/ppt/notesSlides/notesSlide5.xml" Id="R391b235517494c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45acee89944497b" /><Relationship Type="http://schemas.openxmlformats.org/officeDocument/2006/relationships/notesSlide" Target="/ppt/notesSlides/notesSlide6.xml" Id="R5c2e9eab027648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ae88d5c22184d15" /><Relationship Type="http://schemas.openxmlformats.org/officeDocument/2006/relationships/notesSlide" Target="/ppt/notesSlides/notesSlide7.xml" Id="Rce1775deede446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a3023165094035" /><Relationship Type="http://schemas.openxmlformats.org/officeDocument/2006/relationships/notesSlide" Target="/ppt/notesSlides/notesSlide8.xml" Id="Rac3fbafe381745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24c40bd1e9a4c47" /><Relationship Type="http://schemas.openxmlformats.org/officeDocument/2006/relationships/notesSlide" Target="/ppt/notesSlides/notesSlide9.xml" Id="R32128fc57ee34f2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0cea1de996941b8" /><Relationship Type="http://schemas.openxmlformats.org/officeDocument/2006/relationships/notesSlide" Target="/ppt/notesSlides/notesSlide10.xml" Id="Raeabf295d0424f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b3f06315a04b68" /><Relationship Type="http://schemas.openxmlformats.org/officeDocument/2006/relationships/notesSlide" Target="/ppt/notesSlides/notesSlide11.xml" Id="Rbc7311c829cd4b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d437cc8c8a247b6" /><Relationship Type="http://schemas.openxmlformats.org/officeDocument/2006/relationships/notesSlide" Target="/ppt/notesSlides/notesSlide12.xml" Id="R690532db0411480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d8bccb2f29b4670" /><Relationship Type="http://schemas.openxmlformats.org/officeDocument/2006/relationships/notesSlide" Target="/ppt/notesSlides/notesSlide13.xml" Id="R93c28705e3564c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1c98aabe8e74489" /><Relationship Type="http://schemas.openxmlformats.org/officeDocument/2006/relationships/notesSlide" Target="/ppt/notesSlides/notesSlide14.xml" Id="R7d926924f36c4cc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43b11be0cc64b52" /><Relationship Type="http://schemas.openxmlformats.org/officeDocument/2006/relationships/notesSlide" Target="/ppt/notesSlides/notesSlide15.xml" Id="R5530690076074f0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PASS</c:v>
          </c:tx>
          <c:spPr>
            <a:solidFill xmlns:a="http://schemas.openxmlformats.org/drawingml/2006/main">
              <a:srgbClr val="207958"/>
            </a:solidFill>
          </c:spPr>
          <c:invertIfNegative val="0"/>
          <c:cat>
            <c:strRef>
              <c:f>'Chart Data'!$A$2:$A$4</c:f>
              <c:strCache>
                <c:ptCount val="3"/>
                <c:pt idx="0">
                  <c:v>v1.0</c:v>
                </c:pt>
                <c:pt idx="1">
                  <c:v>v1.1</c:v>
                </c:pt>
                <c:pt idx="2">
                  <c:v>v1.2</c:v>
                </c:pt>
              </c:strCache>
            </c:strRef>
          </c:cat>
          <c:val>
            <c:numRef>
              <c:f>'Chart Data'!$B$2:$B$4</c:f>
              <c:numCache>
                <c:formatCode>General</c:formatCode>
                <c:ptCount val="3"/>
                <c:pt idx="0">
                  <c:v>2</c:v>
                </c:pt>
                <c:pt idx="1">
                  <c:v>5</c:v>
                </c:pt>
                <c:pt idx="2">
                  <c:v>7</c:v>
                </c:pt>
              </c:numCache>
            </c:numRef>
          </c:val>
        </c:ser>
        <c:ser>
          <c:idx val="1"/>
          <c:order val="1"/>
          <c:tx>
            <c:v>PARTIAL</c:v>
          </c:tx>
          <c:spPr>
            <a:solidFill xmlns:a="http://schemas.openxmlformats.org/drawingml/2006/main">
              <a:srgbClr val="C79B43"/>
            </a:solidFill>
          </c:spPr>
          <c:invertIfNegative val="0"/>
          <c:cat>
            <c:strRef>
              <c:f>'Chart Data'!$C$2:$C$4</c:f>
              <c:strCache>
                <c:ptCount val="3"/>
                <c:pt idx="0">
                  <c:v>v1.0</c:v>
                </c:pt>
                <c:pt idx="1">
                  <c:v>v1.1</c:v>
                </c:pt>
                <c:pt idx="2">
                  <c:v>v1.2</c:v>
                </c:pt>
              </c:strCache>
            </c:strRef>
          </c:cat>
          <c:val>
            <c:numRef>
              <c:f>'Chart Data'!$D$2:$D$4</c:f>
              <c:numCache>
                <c:formatCode>General</c:formatCode>
                <c:ptCount val="3"/>
                <c:pt idx="0">
                  <c:v>1</c:v>
                </c:pt>
                <c:pt idx="1">
                  <c:v>4</c:v>
                </c:pt>
                <c:pt idx="2">
                  <c:v>2</c:v>
                </c:pt>
              </c:numCache>
            </c:numRef>
          </c:val>
        </c:ser>
        <c:ser>
          <c:idx val="2"/>
          <c:order val="2"/>
          <c:tx>
            <c:v>FAIL</c:v>
          </c:tx>
          <c:spPr>
            <a:solidFill xmlns:a="http://schemas.openxmlformats.org/drawingml/2006/main">
              <a:srgbClr val="9F4D4D"/>
            </a:solidFill>
          </c:spPr>
          <c:invertIfNegative val="0"/>
          <c:cat>
            <c:strRef>
              <c:f>'Chart Data'!$E$2:$E$4</c:f>
              <c:strCache>
                <c:ptCount val="3"/>
                <c:pt idx="0">
                  <c:v>v1.0</c:v>
                </c:pt>
                <c:pt idx="1">
                  <c:v>v1.1</c:v>
                </c:pt>
                <c:pt idx="2">
                  <c:v>v1.2</c:v>
                </c:pt>
              </c:strCache>
            </c:strRef>
          </c:cat>
          <c:val>
            <c:numRef>
              <c:f>'Chart Data'!$F$2:$F$4</c:f>
              <c:numCache>
                <c:formatCode>General</c:formatCode>
                <c:ptCount val="3"/>
                <c:pt idx="0">
                  <c:v>7</c:v>
                </c:pt>
                <c:pt idx="1">
                  <c:v>1</c:v>
                </c:pt>
                <c:pt idx="2">
                  <c:v>1</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53143"/>
                  </a:solidFill>
                </a:defRPr>
              </a:pPr>
            </a:p>
          </c:txPr>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53143"/>
                </a:solidFill>
              </a:defRPr>
            </a:pPr>
          </a:p>
        </c:txPr>
        <c:crossAx val="48672768"/>
      </c:catAx>
      <c:valAx>
        <c:axId val="48672768"/>
        <c:scaling>
          <c:orientation val="minMax"/>
          <c:max val="1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96170"/>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53143"/>
              </a:solidFil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A243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217400E-7C36-4F09-BCA0-08D3B3D1CF11}"/>
              </a:ext>
            </a:extLst>
          </p:cNvPr>
          <p:cNvSpPr>
            <a:spLocks xmlns:a="http://schemas.openxmlformats.org/drawingml/2006/main" noGrp="1"/>
          </p:cNvSpPr>
          <p:nvPr/>
        </p:nvSpPr>
        <p:spPr>
          <a:xfrm xmlns:a="http://schemas.openxmlformats.org/drawingml/2006/main">
            <a:off x="723900" y="438150"/>
            <a:ext cx="1074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4E4BC"/>
                </a:solidFill>
              </a:defRPr>
            </a:defPPr>
            <a:lvl1pPr>
              <a:buNone/>
              <a:defRPr sz="1350" b="1">
                <a:solidFill>
                  <a:srgbClr val="A4E4BC"/>
                </a:solidFill>
              </a:defRPr>
            </a:lvl1pPr>
            <a:lvl2pPr>
              <a:buNone/>
              <a:defRPr sz="1350" b="1">
                <a:solidFill>
                  <a:srgbClr val="A4E4BC"/>
                </a:solidFill>
              </a:defRPr>
            </a:lvl2pPr>
            <a:lvl3pPr>
              <a:buNone/>
              <a:defRPr sz="1350" b="1">
                <a:solidFill>
                  <a:srgbClr val="A4E4BC"/>
                </a:solidFill>
              </a:defRPr>
            </a:lvl3pPr>
            <a:lvl4pPr>
              <a:buNone/>
              <a:defRPr sz="1350" b="1">
                <a:solidFill>
                  <a:srgbClr val="A4E4BC"/>
                </a:solidFill>
              </a:defRPr>
            </a:lvl4pPr>
            <a:lvl5pPr>
              <a:buNone/>
              <a:defRPr sz="1350" b="1">
                <a:solidFill>
                  <a:srgbClr val="A4E4BC"/>
                </a:solidFill>
              </a:defRPr>
            </a:lvl5pPr>
            <a:lvl6pPr>
              <a:buNone/>
              <a:defRPr sz="1350" b="1">
                <a:solidFill>
                  <a:srgbClr val="A4E4BC"/>
                </a:solidFill>
              </a:defRPr>
            </a:lvl6pPr>
            <a:lvl7pPr>
              <a:buNone/>
              <a:defRPr sz="1350" b="1">
                <a:solidFill>
                  <a:srgbClr val="A4E4BC"/>
                </a:solidFill>
              </a:defRPr>
            </a:lvl7pPr>
            <a:lvl8pPr>
              <a:buNone/>
              <a:defRPr sz="1350" b="1">
                <a:solidFill>
                  <a:srgbClr val="A4E4BC"/>
                </a:solidFill>
              </a:defRPr>
            </a:lvl8pPr>
            <a:lvl9pPr>
              <a:buNone/>
              <a:defRPr sz="1350" b="1">
                <a:solidFill>
                  <a:srgbClr val="A4E4BC"/>
                </a:solidFill>
              </a:defRPr>
            </a:lvl9pPr>
          </a:lstStyle>
          <a:p xmlns:a="http://schemas.openxmlformats.org/drawingml/2006/main">
            <a:pPr>
              <a:buNone/>
              <a:defRPr sz="1350" b="1">
                <a:solidFill>
                  <a:srgbClr val="A4E4BC"/>
                </a:solidFill>
              </a:defRPr>
            </a:pPr>
            <a:r>
              <a:rPr sz="1350" b="1">
                <a:solidFill>
                  <a:srgbClr val="A4E4BC"/>
                </a:solidFill>
              </a:rPr>
              <a:t>GROUP O  /  BSE4104</a:t>
            </a:r>
          </a:p>
        </p:txBody>
      </p:sp>
      <p:sp>
        <p:nvSpPr>
          <p:cNvPr id="2" name="">
            <a:extLst xmlns:a="http://schemas.openxmlformats.org/drawingml/2006/main">
              <a:ext uri="{FF2B5EF4-FFF2-40B4-BE49-F238E27FC236}">
                <a16:creationId xmlns:a16="http://schemas.microsoft.com/office/drawing/2014/main" id="{621C34C9-31B2-4600-AC50-12B571DD39F5}"/>
              </a:ext>
            </a:extLst>
          </p:cNvPr>
          <p:cNvSpPr>
            <a:spLocks xmlns:a="http://schemas.openxmlformats.org/drawingml/2006/main" noGrp="1"/>
          </p:cNvSpPr>
          <p:nvPr/>
        </p:nvSpPr>
        <p:spPr>
          <a:xfrm xmlns:a="http://schemas.openxmlformats.org/drawingml/2006/main">
            <a:off x="723900" y="1123950"/>
            <a:ext cx="80962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050" b="1">
                <a:solidFill>
                  <a:srgbClr val="F5F1E8"/>
                </a:solidFill>
              </a:defRPr>
            </a:defPPr>
            <a:lvl1pPr>
              <a:buNone/>
              <a:defRPr sz="7050" b="1">
                <a:solidFill>
                  <a:srgbClr val="F5F1E8"/>
                </a:solidFill>
              </a:defRPr>
            </a:lvl1pPr>
            <a:lvl2pPr>
              <a:buNone/>
              <a:defRPr sz="7050" b="1">
                <a:solidFill>
                  <a:srgbClr val="F5F1E8"/>
                </a:solidFill>
              </a:defRPr>
            </a:lvl2pPr>
            <a:lvl3pPr>
              <a:buNone/>
              <a:defRPr sz="7050" b="1">
                <a:solidFill>
                  <a:srgbClr val="F5F1E8"/>
                </a:solidFill>
              </a:defRPr>
            </a:lvl3pPr>
            <a:lvl4pPr>
              <a:buNone/>
              <a:defRPr sz="7050" b="1">
                <a:solidFill>
                  <a:srgbClr val="F5F1E8"/>
                </a:solidFill>
              </a:defRPr>
            </a:lvl4pPr>
            <a:lvl5pPr>
              <a:buNone/>
              <a:defRPr sz="7050" b="1">
                <a:solidFill>
                  <a:srgbClr val="F5F1E8"/>
                </a:solidFill>
              </a:defRPr>
            </a:lvl5pPr>
            <a:lvl6pPr>
              <a:buNone/>
              <a:defRPr sz="7050" b="1">
                <a:solidFill>
                  <a:srgbClr val="F5F1E8"/>
                </a:solidFill>
              </a:defRPr>
            </a:lvl6pPr>
            <a:lvl7pPr>
              <a:buNone/>
              <a:defRPr sz="7050" b="1">
                <a:solidFill>
                  <a:srgbClr val="F5F1E8"/>
                </a:solidFill>
              </a:defRPr>
            </a:lvl7pPr>
            <a:lvl8pPr>
              <a:buNone/>
              <a:defRPr sz="7050" b="1">
                <a:solidFill>
                  <a:srgbClr val="F5F1E8"/>
                </a:solidFill>
              </a:defRPr>
            </a:lvl8pPr>
            <a:lvl9pPr>
              <a:buNone/>
              <a:defRPr sz="7050" b="1">
                <a:solidFill>
                  <a:srgbClr val="F5F1E8"/>
                </a:solidFill>
              </a:defRPr>
            </a:lvl9pPr>
          </a:lstStyle>
          <a:p xmlns:a="http://schemas.openxmlformats.org/drawingml/2006/main">
            <a:pPr>
              <a:buNone/>
              <a:defRPr sz="7050" b="1">
                <a:solidFill>
                  <a:srgbClr val="F5F1E8"/>
                </a:solidFill>
              </a:defRPr>
            </a:pPr>
            <a:r>
              <a:rPr sz="7050" b="1">
                <a:solidFill>
                  <a:srgbClr val="F5F1E8"/>
                </a:solidFill>
              </a:rPr>
              <a:t>Software</a:t>
            </a:r>
          </a:p>
          <a:p xmlns:a="http://schemas.openxmlformats.org/drawingml/2006/main">
            <a:pPr>
              <a:buNone/>
              <a:defRPr sz="7050" b="1">
                <a:solidFill>
                  <a:srgbClr val="F5F1E8"/>
                </a:solidFill>
              </a:defRPr>
            </a:pPr>
            <a:r>
              <a:rPr sz="7050" b="1">
                <a:solidFill>
                  <a:srgbClr val="F5F1E8"/>
                </a:solidFill>
              </a:rPr>
              <a:t>Engineering</a:t>
            </a:r>
          </a:p>
          <a:p xmlns:a="http://schemas.openxmlformats.org/drawingml/2006/main">
            <a:pPr>
              <a:buNone/>
              <a:defRPr sz="7050" b="1">
                <a:solidFill>
                  <a:srgbClr val="F5F1E8"/>
                </a:solidFill>
              </a:defRPr>
            </a:pPr>
            <a:r>
              <a:rPr sz="7050" b="1">
                <a:solidFill>
                  <a:srgbClr val="F5F1E8"/>
                </a:solidFill>
              </a:rPr>
              <a:t>QA Agent</a:t>
            </a:r>
          </a:p>
        </p:txBody>
      </p:sp>
      <p:sp>
        <p:nvSpPr>
          <p:cNvPr id="3" name="">
            <a:extLst xmlns:a="http://schemas.openxmlformats.org/drawingml/2006/main">
              <a:ext uri="{FF2B5EF4-FFF2-40B4-BE49-F238E27FC236}">
                <a16:creationId xmlns:a16="http://schemas.microsoft.com/office/drawing/2014/main" id="{6461FC43-E1DB-4A0A-BE6D-79339B705757}"/>
              </a:ext>
            </a:extLst>
          </p:cNvPr>
          <p:cNvSpPr>
            <a:spLocks xmlns:a="http://schemas.openxmlformats.org/drawingml/2006/main" noGrp="1"/>
          </p:cNvSpPr>
          <p:nvPr/>
        </p:nvSpPr>
        <p:spPr>
          <a:xfrm xmlns:a="http://schemas.openxmlformats.org/drawingml/2006/main">
            <a:off x="762000" y="5067300"/>
            <a:ext cx="981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A4E4BC"/>
                </a:solidFill>
              </a:defRPr>
            </a:defPPr>
            <a:lvl1pPr>
              <a:buNone/>
              <a:defRPr sz="2625" b="0">
                <a:solidFill>
                  <a:srgbClr val="A4E4BC"/>
                </a:solidFill>
              </a:defRPr>
            </a:lvl1pPr>
            <a:lvl2pPr>
              <a:buNone/>
              <a:defRPr sz="2625" b="0">
                <a:solidFill>
                  <a:srgbClr val="A4E4BC"/>
                </a:solidFill>
              </a:defRPr>
            </a:lvl2pPr>
            <a:lvl3pPr>
              <a:buNone/>
              <a:defRPr sz="2625" b="0">
                <a:solidFill>
                  <a:srgbClr val="A4E4BC"/>
                </a:solidFill>
              </a:defRPr>
            </a:lvl3pPr>
            <a:lvl4pPr>
              <a:buNone/>
              <a:defRPr sz="2625" b="0">
                <a:solidFill>
                  <a:srgbClr val="A4E4BC"/>
                </a:solidFill>
              </a:defRPr>
            </a:lvl4pPr>
            <a:lvl5pPr>
              <a:buNone/>
              <a:defRPr sz="2625" b="0">
                <a:solidFill>
                  <a:srgbClr val="A4E4BC"/>
                </a:solidFill>
              </a:defRPr>
            </a:lvl5pPr>
            <a:lvl6pPr>
              <a:buNone/>
              <a:defRPr sz="2625" b="0">
                <a:solidFill>
                  <a:srgbClr val="A4E4BC"/>
                </a:solidFill>
              </a:defRPr>
            </a:lvl6pPr>
            <a:lvl7pPr>
              <a:buNone/>
              <a:defRPr sz="2625" b="0">
                <a:solidFill>
                  <a:srgbClr val="A4E4BC"/>
                </a:solidFill>
              </a:defRPr>
            </a:lvl7pPr>
            <a:lvl8pPr>
              <a:buNone/>
              <a:defRPr sz="2625" b="0">
                <a:solidFill>
                  <a:srgbClr val="A4E4BC"/>
                </a:solidFill>
              </a:defRPr>
            </a:lvl8pPr>
            <a:lvl9pPr>
              <a:buNone/>
              <a:defRPr sz="2625" b="0">
                <a:solidFill>
                  <a:srgbClr val="A4E4BC"/>
                </a:solidFill>
              </a:defRPr>
            </a:lvl9pPr>
          </a:lstStyle>
          <a:p xmlns:a="http://schemas.openxmlformats.org/drawingml/2006/main">
            <a:pPr>
              <a:buNone/>
              <a:defRPr sz="2625" b="0">
                <a:solidFill>
                  <a:srgbClr val="A4E4BC"/>
                </a:solidFill>
              </a:defRPr>
            </a:pPr>
            <a:r>
              <a:rPr sz="2625" b="0">
                <a:solidFill>
                  <a:srgbClr val="A4E4BC"/>
                </a:solidFill>
              </a:rPr>
              <a:t>A controlled route from requirements</a:t>
            </a:r>
          </a:p>
          <a:p xmlns:a="http://schemas.openxmlformats.org/drawingml/2006/main">
            <a:pPr>
              <a:buNone/>
              <a:defRPr sz="2625" b="0">
                <a:solidFill>
                  <a:srgbClr val="A4E4BC"/>
                </a:solidFill>
              </a:defRPr>
            </a:pPr>
            <a:r>
              <a:rPr sz="2625" b="0">
                <a:solidFill>
                  <a:srgbClr val="A4E4BC"/>
                </a:solidFill>
              </a:rPr>
              <a:t>to reviewed test evidence.</a:t>
            </a:r>
          </a:p>
        </p:txBody>
      </p:sp>
    </p:spTree>
    <p:extLst>
      <p:ext uri="{BB962C8B-B14F-4D97-AF65-F5344CB8AC3E}">
        <p14:creationId xmlns:p14="http://schemas.microsoft.com/office/powerpoint/2010/main" val="1624335550"/>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BE68047-1194-4CA8-8F37-530A04505464}"/>
              </a:ext>
            </a:extLst>
          </p:cNvPr>
          <p:cNvSpPr>
            <a:spLocks xmlns:a="http://schemas.openxmlformats.org/drawingml/2006/main" noGrp="1"/>
          </p:cNvSpPr>
          <p:nvPr/>
        </p:nvSpPr>
        <p:spPr>
          <a:xfrm xmlns:a="http://schemas.openxmlformats.org/drawingml/2006/main">
            <a:off x="723900" y="438150"/>
            <a:ext cx="1074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496170"/>
                </a:solidFill>
              </a:defRPr>
            </a:defPPr>
            <a:lvl1pPr>
              <a:buNone/>
              <a:defRPr sz="1350" b="1">
                <a:solidFill>
                  <a:srgbClr val="496170"/>
                </a:solidFill>
              </a:defRPr>
            </a:lvl1pPr>
            <a:lvl2pPr>
              <a:buNone/>
              <a:defRPr sz="1350" b="1">
                <a:solidFill>
                  <a:srgbClr val="496170"/>
                </a:solidFill>
              </a:defRPr>
            </a:lvl2pPr>
            <a:lvl3pPr>
              <a:buNone/>
              <a:defRPr sz="1350" b="1">
                <a:solidFill>
                  <a:srgbClr val="496170"/>
                </a:solidFill>
              </a:defRPr>
            </a:lvl3pPr>
            <a:lvl4pPr>
              <a:buNone/>
              <a:defRPr sz="1350" b="1">
                <a:solidFill>
                  <a:srgbClr val="496170"/>
                </a:solidFill>
              </a:defRPr>
            </a:lvl4pPr>
            <a:lvl5pPr>
              <a:buNone/>
              <a:defRPr sz="1350" b="1">
                <a:solidFill>
                  <a:srgbClr val="496170"/>
                </a:solidFill>
              </a:defRPr>
            </a:lvl5pPr>
            <a:lvl6pPr>
              <a:buNone/>
              <a:defRPr sz="1350" b="1">
                <a:solidFill>
                  <a:srgbClr val="496170"/>
                </a:solidFill>
              </a:defRPr>
            </a:lvl6pPr>
            <a:lvl7pPr>
              <a:buNone/>
              <a:defRPr sz="1350" b="1">
                <a:solidFill>
                  <a:srgbClr val="496170"/>
                </a:solidFill>
              </a:defRPr>
            </a:lvl7pPr>
            <a:lvl8pPr>
              <a:buNone/>
              <a:defRPr sz="1350" b="1">
                <a:solidFill>
                  <a:srgbClr val="496170"/>
                </a:solidFill>
              </a:defRPr>
            </a:lvl8pPr>
            <a:lvl9pPr>
              <a:buNone/>
              <a:defRPr sz="1350" b="1">
                <a:solidFill>
                  <a:srgbClr val="496170"/>
                </a:solidFill>
              </a:defRPr>
            </a:lvl9pPr>
          </a:lstStyle>
          <a:p xmlns:a="http://schemas.openxmlformats.org/drawingml/2006/main">
            <a:pPr>
              <a:buNone/>
              <a:defRPr sz="1350" b="1">
                <a:solidFill>
                  <a:srgbClr val="496170"/>
                </a:solidFill>
              </a:defRPr>
            </a:pPr>
            <a:r>
              <a:rPr sz="1350" b="1">
                <a:solidFill>
                  <a:srgbClr val="496170"/>
                </a:solidFill>
              </a:rPr>
              <a:t>THE PROBLEM</a:t>
            </a:r>
          </a:p>
        </p:txBody>
      </p:sp>
      <p:sp>
        <p:nvSpPr>
          <p:cNvPr id="2" name="">
            <a:extLst xmlns:a="http://schemas.openxmlformats.org/drawingml/2006/main">
              <a:ext uri="{FF2B5EF4-FFF2-40B4-BE49-F238E27FC236}">
                <a16:creationId xmlns:a16="http://schemas.microsoft.com/office/drawing/2014/main" id="{983C26B1-6F70-48F4-B969-602D14CDF510}"/>
              </a:ext>
            </a:extLst>
          </p:cNvPr>
          <p:cNvSpPr>
            <a:spLocks xmlns:a="http://schemas.openxmlformats.org/drawingml/2006/main" noGrp="1"/>
          </p:cNvSpPr>
          <p:nvPr/>
        </p:nvSpPr>
        <p:spPr>
          <a:xfrm xmlns:a="http://schemas.openxmlformats.org/drawingml/2006/main">
            <a:off x="723900" y="99060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53143"/>
                </a:solidFill>
              </a:defRPr>
            </a:defPPr>
            <a:lvl1pPr>
              <a:buNone/>
              <a:defRPr sz="4050" b="1">
                <a:solidFill>
                  <a:srgbClr val="153143"/>
                </a:solidFill>
              </a:defRPr>
            </a:lvl1pPr>
            <a:lvl2pPr>
              <a:buNone/>
              <a:defRPr sz="4050" b="1">
                <a:solidFill>
                  <a:srgbClr val="153143"/>
                </a:solidFill>
              </a:defRPr>
            </a:lvl2pPr>
            <a:lvl3pPr>
              <a:buNone/>
              <a:defRPr sz="4050" b="1">
                <a:solidFill>
                  <a:srgbClr val="153143"/>
                </a:solidFill>
              </a:defRPr>
            </a:lvl3pPr>
            <a:lvl4pPr>
              <a:buNone/>
              <a:defRPr sz="4050" b="1">
                <a:solidFill>
                  <a:srgbClr val="153143"/>
                </a:solidFill>
              </a:defRPr>
            </a:lvl4pPr>
            <a:lvl5pPr>
              <a:buNone/>
              <a:defRPr sz="4050" b="1">
                <a:solidFill>
                  <a:srgbClr val="153143"/>
                </a:solidFill>
              </a:defRPr>
            </a:lvl5pPr>
            <a:lvl6pPr>
              <a:buNone/>
              <a:defRPr sz="4050" b="1">
                <a:solidFill>
                  <a:srgbClr val="153143"/>
                </a:solidFill>
              </a:defRPr>
            </a:lvl6pPr>
            <a:lvl7pPr>
              <a:buNone/>
              <a:defRPr sz="4050" b="1">
                <a:solidFill>
                  <a:srgbClr val="153143"/>
                </a:solidFill>
              </a:defRPr>
            </a:lvl7pPr>
            <a:lvl8pPr>
              <a:buNone/>
              <a:defRPr sz="4050" b="1">
                <a:solidFill>
                  <a:srgbClr val="153143"/>
                </a:solidFill>
              </a:defRPr>
            </a:lvl8pPr>
            <a:lvl9pPr>
              <a:buNone/>
              <a:defRPr sz="4050" b="1">
                <a:solidFill>
                  <a:srgbClr val="153143"/>
                </a:solidFill>
              </a:defRPr>
            </a:lvl9pPr>
          </a:lstStyle>
          <a:p xmlns:a="http://schemas.openxmlformats.org/drawingml/2006/main">
            <a:pPr>
              <a:buNone/>
              <a:defRPr sz="4050" b="1">
                <a:solidFill>
                  <a:srgbClr val="153143"/>
                </a:solidFill>
              </a:defRPr>
            </a:pPr>
            <a:r>
              <a:rPr sz="4050" b="1">
                <a:solidFill>
                  <a:srgbClr val="153143"/>
                </a:solidFill>
              </a:rPr>
              <a:t>Requirements need a clear</a:t>
            </a:r>
          </a:p>
          <a:p xmlns:a="http://schemas.openxmlformats.org/drawingml/2006/main">
            <a:pPr>
              <a:buNone/>
              <a:defRPr sz="4050" b="1">
                <a:solidFill>
                  <a:srgbClr val="153143"/>
                </a:solidFill>
              </a:defRPr>
            </a:pPr>
            <a:r>
              <a:rPr sz="4050" b="1">
                <a:solidFill>
                  <a:srgbClr val="153143"/>
                </a:solidFill>
              </a:rPr>
              <a:t>route into useful tests.</a:t>
            </a:r>
          </a:p>
        </p:txBody>
      </p:sp>
      <p:sp>
        <p:nvSpPr>
          <p:cNvPr id="3" name="">
            <a:extLst xmlns:a="http://schemas.openxmlformats.org/drawingml/2006/main">
              <a:ext uri="{FF2B5EF4-FFF2-40B4-BE49-F238E27FC236}">
                <a16:creationId xmlns:a16="http://schemas.microsoft.com/office/drawing/2014/main" id="{B74BC4E3-74A1-49CA-94D8-0904C273C91A}"/>
              </a:ext>
            </a:extLst>
          </p:cNvPr>
          <p:cNvSpPr>
            <a:spLocks xmlns:a="http://schemas.openxmlformats.org/drawingml/2006/main" noGrp="1"/>
          </p:cNvSpPr>
          <p:nvPr/>
        </p:nvSpPr>
        <p:spPr>
          <a:xfrm xmlns:a="http://schemas.openxmlformats.org/drawingml/2006/main">
            <a:off x="742950" y="2952750"/>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75" b="1">
                <a:solidFill>
                  <a:srgbClr val="153143"/>
                </a:solidFill>
              </a:defRPr>
            </a:defPPr>
            <a:lvl1pPr>
              <a:buNone/>
              <a:defRPr sz="3675" b="1">
                <a:solidFill>
                  <a:srgbClr val="153143"/>
                </a:solidFill>
              </a:defRPr>
            </a:lvl1pPr>
            <a:lvl2pPr>
              <a:buNone/>
              <a:defRPr sz="3675" b="1">
                <a:solidFill>
                  <a:srgbClr val="153143"/>
                </a:solidFill>
              </a:defRPr>
            </a:lvl2pPr>
            <a:lvl3pPr>
              <a:buNone/>
              <a:defRPr sz="3675" b="1">
                <a:solidFill>
                  <a:srgbClr val="153143"/>
                </a:solidFill>
              </a:defRPr>
            </a:lvl3pPr>
            <a:lvl4pPr>
              <a:buNone/>
              <a:defRPr sz="3675" b="1">
                <a:solidFill>
                  <a:srgbClr val="153143"/>
                </a:solidFill>
              </a:defRPr>
            </a:lvl4pPr>
            <a:lvl5pPr>
              <a:buNone/>
              <a:defRPr sz="3675" b="1">
                <a:solidFill>
                  <a:srgbClr val="153143"/>
                </a:solidFill>
              </a:defRPr>
            </a:lvl5pPr>
            <a:lvl6pPr>
              <a:buNone/>
              <a:defRPr sz="3675" b="1">
                <a:solidFill>
                  <a:srgbClr val="153143"/>
                </a:solidFill>
              </a:defRPr>
            </a:lvl6pPr>
            <a:lvl7pPr>
              <a:buNone/>
              <a:defRPr sz="3675" b="1">
                <a:solidFill>
                  <a:srgbClr val="153143"/>
                </a:solidFill>
              </a:defRPr>
            </a:lvl7pPr>
            <a:lvl8pPr>
              <a:buNone/>
              <a:defRPr sz="3675" b="1">
                <a:solidFill>
                  <a:srgbClr val="153143"/>
                </a:solidFill>
              </a:defRPr>
            </a:lvl8pPr>
            <a:lvl9pPr>
              <a:buNone/>
              <a:defRPr sz="3675" b="1">
                <a:solidFill>
                  <a:srgbClr val="153143"/>
                </a:solidFill>
              </a:defRPr>
            </a:lvl9pPr>
          </a:lstStyle>
          <a:p xmlns:a="http://schemas.openxmlformats.org/drawingml/2006/main">
            <a:pPr>
              <a:buNone/>
              <a:defRPr sz="3675" b="1">
                <a:solidFill>
                  <a:srgbClr val="153143"/>
                </a:solidFill>
              </a:defRPr>
            </a:pPr>
            <a:r>
              <a:rPr sz="3675" b="1">
                <a:solidFill>
                  <a:srgbClr val="153143"/>
                </a:solidFill>
              </a:rPr>
              <a:t>01</a:t>
            </a:r>
          </a:p>
        </p:txBody>
      </p:sp>
      <p:sp>
        <p:nvSpPr>
          <p:cNvPr id="4" name="">
            <a:extLst xmlns:a="http://schemas.openxmlformats.org/drawingml/2006/main">
              <a:ext uri="{FF2B5EF4-FFF2-40B4-BE49-F238E27FC236}">
                <a16:creationId xmlns:a16="http://schemas.microsoft.com/office/drawing/2014/main" id="{E98BC956-B4D6-43C7-8791-72E16CEA5E25}"/>
              </a:ext>
            </a:extLst>
          </p:cNvPr>
          <p:cNvSpPr>
            <a:spLocks xmlns:a="http://schemas.openxmlformats.org/drawingml/2006/main" noGrp="1"/>
          </p:cNvSpPr>
          <p:nvPr/>
        </p:nvSpPr>
        <p:spPr>
          <a:xfrm xmlns:a="http://schemas.openxmlformats.org/drawingml/2006/main">
            <a:off x="2190750" y="2952750"/>
            <a:ext cx="857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53143"/>
                </a:solidFill>
              </a:defRPr>
            </a:defPPr>
            <a:lvl1pPr>
              <a:buNone/>
              <a:defRPr sz="2325" b="1">
                <a:solidFill>
                  <a:srgbClr val="153143"/>
                </a:solidFill>
              </a:defRPr>
            </a:lvl1pPr>
            <a:lvl2pPr>
              <a:buNone/>
              <a:defRPr sz="2325" b="1">
                <a:solidFill>
                  <a:srgbClr val="153143"/>
                </a:solidFill>
              </a:defRPr>
            </a:lvl2pPr>
            <a:lvl3pPr>
              <a:buNone/>
              <a:defRPr sz="2325" b="1">
                <a:solidFill>
                  <a:srgbClr val="153143"/>
                </a:solidFill>
              </a:defRPr>
            </a:lvl3pPr>
            <a:lvl4pPr>
              <a:buNone/>
              <a:defRPr sz="2325" b="1">
                <a:solidFill>
                  <a:srgbClr val="153143"/>
                </a:solidFill>
              </a:defRPr>
            </a:lvl4pPr>
            <a:lvl5pPr>
              <a:buNone/>
              <a:defRPr sz="2325" b="1">
                <a:solidFill>
                  <a:srgbClr val="153143"/>
                </a:solidFill>
              </a:defRPr>
            </a:lvl5pPr>
            <a:lvl6pPr>
              <a:buNone/>
              <a:defRPr sz="2325" b="1">
                <a:solidFill>
                  <a:srgbClr val="153143"/>
                </a:solidFill>
              </a:defRPr>
            </a:lvl6pPr>
            <a:lvl7pPr>
              <a:buNone/>
              <a:defRPr sz="2325" b="1">
                <a:solidFill>
                  <a:srgbClr val="153143"/>
                </a:solidFill>
              </a:defRPr>
            </a:lvl7pPr>
            <a:lvl8pPr>
              <a:buNone/>
              <a:defRPr sz="2325" b="1">
                <a:solidFill>
                  <a:srgbClr val="153143"/>
                </a:solidFill>
              </a:defRPr>
            </a:lvl8pPr>
            <a:lvl9pPr>
              <a:buNone/>
              <a:defRPr sz="2325" b="1">
                <a:solidFill>
                  <a:srgbClr val="153143"/>
                </a:solidFill>
              </a:defRPr>
            </a:lvl9pPr>
          </a:lstStyle>
          <a:p xmlns:a="http://schemas.openxmlformats.org/drawingml/2006/main">
            <a:pPr>
              <a:buNone/>
              <a:defRPr sz="2325" b="1">
                <a:solidFill>
                  <a:srgbClr val="153143"/>
                </a:solidFill>
              </a:defRPr>
            </a:pPr>
            <a:r>
              <a:rPr sz="2325" b="1">
                <a:solidFill>
                  <a:srgbClr val="153143"/>
                </a:solidFill>
              </a:rPr>
              <a:t>Interpretation</a:t>
            </a:r>
          </a:p>
        </p:txBody>
      </p:sp>
      <p:sp>
        <p:nvSpPr>
          <p:cNvPr id="5" name="">
            <a:extLst xmlns:a="http://schemas.openxmlformats.org/drawingml/2006/main">
              <a:ext uri="{FF2B5EF4-FFF2-40B4-BE49-F238E27FC236}">
                <a16:creationId xmlns:a16="http://schemas.microsoft.com/office/drawing/2014/main" id="{5780AADC-E719-40AF-BFD7-6D0C689B30FC}"/>
              </a:ext>
            </a:extLst>
          </p:cNvPr>
          <p:cNvSpPr>
            <a:spLocks xmlns:a="http://schemas.openxmlformats.org/drawingml/2006/main" noGrp="1"/>
          </p:cNvSpPr>
          <p:nvPr/>
        </p:nvSpPr>
        <p:spPr>
          <a:xfrm xmlns:a="http://schemas.openxmlformats.org/drawingml/2006/main">
            <a:off x="2190750" y="3390900"/>
            <a:ext cx="8763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96170"/>
                </a:solidFill>
              </a:defRPr>
            </a:defPPr>
            <a:lvl1pPr>
              <a:buNone/>
              <a:defRPr sz="2025" b="0">
                <a:solidFill>
                  <a:srgbClr val="496170"/>
                </a:solidFill>
              </a:defRPr>
            </a:lvl1pPr>
            <a:lvl2pPr>
              <a:buNone/>
              <a:defRPr sz="2025" b="0">
                <a:solidFill>
                  <a:srgbClr val="496170"/>
                </a:solidFill>
              </a:defRPr>
            </a:lvl2pPr>
            <a:lvl3pPr>
              <a:buNone/>
              <a:defRPr sz="2025" b="0">
                <a:solidFill>
                  <a:srgbClr val="496170"/>
                </a:solidFill>
              </a:defRPr>
            </a:lvl3pPr>
            <a:lvl4pPr>
              <a:buNone/>
              <a:defRPr sz="2025" b="0">
                <a:solidFill>
                  <a:srgbClr val="496170"/>
                </a:solidFill>
              </a:defRPr>
            </a:lvl4pPr>
            <a:lvl5pPr>
              <a:buNone/>
              <a:defRPr sz="2025" b="0">
                <a:solidFill>
                  <a:srgbClr val="496170"/>
                </a:solidFill>
              </a:defRPr>
            </a:lvl5pPr>
            <a:lvl6pPr>
              <a:buNone/>
              <a:defRPr sz="2025" b="0">
                <a:solidFill>
                  <a:srgbClr val="496170"/>
                </a:solidFill>
              </a:defRPr>
            </a:lvl6pPr>
            <a:lvl7pPr>
              <a:buNone/>
              <a:defRPr sz="2025" b="0">
                <a:solidFill>
                  <a:srgbClr val="496170"/>
                </a:solidFill>
              </a:defRPr>
            </a:lvl7pPr>
            <a:lvl8pPr>
              <a:buNone/>
              <a:defRPr sz="2025" b="0">
                <a:solidFill>
                  <a:srgbClr val="496170"/>
                </a:solidFill>
              </a:defRPr>
            </a:lvl8pPr>
            <a:lvl9pPr>
              <a:buNone/>
              <a:defRPr sz="2025" b="0">
                <a:solidFill>
                  <a:srgbClr val="496170"/>
                </a:solidFill>
              </a:defRPr>
            </a:lvl9pPr>
          </a:lstStyle>
          <a:p xmlns:a="http://schemas.openxmlformats.org/drawingml/2006/main">
            <a:pPr>
              <a:buNone/>
              <a:defRPr sz="2025" b="0">
                <a:solidFill>
                  <a:srgbClr val="496170"/>
                </a:solidFill>
              </a:defRPr>
            </a:pPr>
            <a:r>
              <a:rPr sz="2025" b="0">
                <a:solidFill>
                  <a:srgbClr val="496170"/>
                </a:solidFill>
              </a:rPr>
              <a:t>Expected behavior can be unclear or assumed.</a:t>
            </a:r>
          </a:p>
        </p:txBody>
      </p:sp>
      <p:sp>
        <p:nvSpPr>
          <p:cNvPr id="6" name="">
            <a:extLst xmlns:a="http://schemas.openxmlformats.org/drawingml/2006/main">
              <a:ext uri="{FF2B5EF4-FFF2-40B4-BE49-F238E27FC236}">
                <a16:creationId xmlns:a16="http://schemas.microsoft.com/office/drawing/2014/main" id="{E593CD09-542D-4853-8EB2-48DBD0C50E10}"/>
              </a:ext>
            </a:extLst>
          </p:cNvPr>
          <p:cNvSpPr>
            <a:spLocks xmlns:a="http://schemas.openxmlformats.org/drawingml/2006/main" noGrp="1"/>
          </p:cNvSpPr>
          <p:nvPr/>
        </p:nvSpPr>
        <p:spPr>
          <a:xfrm xmlns:a="http://schemas.openxmlformats.org/drawingml/2006/main">
            <a:off x="742950" y="4010025"/>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75" b="1">
                <a:solidFill>
                  <a:srgbClr val="153143"/>
                </a:solidFill>
              </a:defRPr>
            </a:defPPr>
            <a:lvl1pPr>
              <a:buNone/>
              <a:defRPr sz="3675" b="1">
                <a:solidFill>
                  <a:srgbClr val="153143"/>
                </a:solidFill>
              </a:defRPr>
            </a:lvl1pPr>
            <a:lvl2pPr>
              <a:buNone/>
              <a:defRPr sz="3675" b="1">
                <a:solidFill>
                  <a:srgbClr val="153143"/>
                </a:solidFill>
              </a:defRPr>
            </a:lvl2pPr>
            <a:lvl3pPr>
              <a:buNone/>
              <a:defRPr sz="3675" b="1">
                <a:solidFill>
                  <a:srgbClr val="153143"/>
                </a:solidFill>
              </a:defRPr>
            </a:lvl3pPr>
            <a:lvl4pPr>
              <a:buNone/>
              <a:defRPr sz="3675" b="1">
                <a:solidFill>
                  <a:srgbClr val="153143"/>
                </a:solidFill>
              </a:defRPr>
            </a:lvl4pPr>
            <a:lvl5pPr>
              <a:buNone/>
              <a:defRPr sz="3675" b="1">
                <a:solidFill>
                  <a:srgbClr val="153143"/>
                </a:solidFill>
              </a:defRPr>
            </a:lvl5pPr>
            <a:lvl6pPr>
              <a:buNone/>
              <a:defRPr sz="3675" b="1">
                <a:solidFill>
                  <a:srgbClr val="153143"/>
                </a:solidFill>
              </a:defRPr>
            </a:lvl6pPr>
            <a:lvl7pPr>
              <a:buNone/>
              <a:defRPr sz="3675" b="1">
                <a:solidFill>
                  <a:srgbClr val="153143"/>
                </a:solidFill>
              </a:defRPr>
            </a:lvl7pPr>
            <a:lvl8pPr>
              <a:buNone/>
              <a:defRPr sz="3675" b="1">
                <a:solidFill>
                  <a:srgbClr val="153143"/>
                </a:solidFill>
              </a:defRPr>
            </a:lvl8pPr>
            <a:lvl9pPr>
              <a:buNone/>
              <a:defRPr sz="3675" b="1">
                <a:solidFill>
                  <a:srgbClr val="153143"/>
                </a:solidFill>
              </a:defRPr>
            </a:lvl9pPr>
          </a:lstStyle>
          <a:p xmlns:a="http://schemas.openxmlformats.org/drawingml/2006/main">
            <a:pPr>
              <a:buNone/>
              <a:defRPr sz="3675" b="1">
                <a:solidFill>
                  <a:srgbClr val="153143"/>
                </a:solidFill>
              </a:defRPr>
            </a:pPr>
            <a:r>
              <a:rPr sz="3675" b="1">
                <a:solidFill>
                  <a:srgbClr val="153143"/>
                </a:solidFill>
              </a:rPr>
              <a:t>02</a:t>
            </a:r>
          </a:p>
        </p:txBody>
      </p:sp>
      <p:sp>
        <p:nvSpPr>
          <p:cNvPr id="7" name="">
            <a:extLst xmlns:a="http://schemas.openxmlformats.org/drawingml/2006/main">
              <a:ext uri="{FF2B5EF4-FFF2-40B4-BE49-F238E27FC236}">
                <a16:creationId xmlns:a16="http://schemas.microsoft.com/office/drawing/2014/main" id="{18683EE2-75AB-408E-BBD3-ED1475EC9B62}"/>
              </a:ext>
            </a:extLst>
          </p:cNvPr>
          <p:cNvSpPr>
            <a:spLocks xmlns:a="http://schemas.openxmlformats.org/drawingml/2006/main" noGrp="1"/>
          </p:cNvSpPr>
          <p:nvPr/>
        </p:nvSpPr>
        <p:spPr>
          <a:xfrm xmlns:a="http://schemas.openxmlformats.org/drawingml/2006/main">
            <a:off x="2190750" y="4010025"/>
            <a:ext cx="857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53143"/>
                </a:solidFill>
              </a:defRPr>
            </a:defPPr>
            <a:lvl1pPr>
              <a:buNone/>
              <a:defRPr sz="2325" b="1">
                <a:solidFill>
                  <a:srgbClr val="153143"/>
                </a:solidFill>
              </a:defRPr>
            </a:lvl1pPr>
            <a:lvl2pPr>
              <a:buNone/>
              <a:defRPr sz="2325" b="1">
                <a:solidFill>
                  <a:srgbClr val="153143"/>
                </a:solidFill>
              </a:defRPr>
            </a:lvl2pPr>
            <a:lvl3pPr>
              <a:buNone/>
              <a:defRPr sz="2325" b="1">
                <a:solidFill>
                  <a:srgbClr val="153143"/>
                </a:solidFill>
              </a:defRPr>
            </a:lvl3pPr>
            <a:lvl4pPr>
              <a:buNone/>
              <a:defRPr sz="2325" b="1">
                <a:solidFill>
                  <a:srgbClr val="153143"/>
                </a:solidFill>
              </a:defRPr>
            </a:lvl4pPr>
            <a:lvl5pPr>
              <a:buNone/>
              <a:defRPr sz="2325" b="1">
                <a:solidFill>
                  <a:srgbClr val="153143"/>
                </a:solidFill>
              </a:defRPr>
            </a:lvl5pPr>
            <a:lvl6pPr>
              <a:buNone/>
              <a:defRPr sz="2325" b="1">
                <a:solidFill>
                  <a:srgbClr val="153143"/>
                </a:solidFill>
              </a:defRPr>
            </a:lvl6pPr>
            <a:lvl7pPr>
              <a:buNone/>
              <a:defRPr sz="2325" b="1">
                <a:solidFill>
                  <a:srgbClr val="153143"/>
                </a:solidFill>
              </a:defRPr>
            </a:lvl7pPr>
            <a:lvl8pPr>
              <a:buNone/>
              <a:defRPr sz="2325" b="1">
                <a:solidFill>
                  <a:srgbClr val="153143"/>
                </a:solidFill>
              </a:defRPr>
            </a:lvl8pPr>
            <a:lvl9pPr>
              <a:buNone/>
              <a:defRPr sz="2325" b="1">
                <a:solidFill>
                  <a:srgbClr val="153143"/>
                </a:solidFill>
              </a:defRPr>
            </a:lvl9pPr>
          </a:lstStyle>
          <a:p xmlns:a="http://schemas.openxmlformats.org/drawingml/2006/main">
            <a:pPr>
              <a:buNone/>
              <a:defRPr sz="2325" b="1">
                <a:solidFill>
                  <a:srgbClr val="153143"/>
                </a:solidFill>
              </a:defRPr>
            </a:pPr>
            <a:r>
              <a:rPr sz="2325" b="1">
                <a:solidFill>
                  <a:srgbClr val="153143"/>
                </a:solidFill>
              </a:rPr>
              <a:t>Execution</a:t>
            </a:r>
          </a:p>
        </p:txBody>
      </p:sp>
      <p:sp>
        <p:nvSpPr>
          <p:cNvPr id="8" name="">
            <a:extLst xmlns:a="http://schemas.openxmlformats.org/drawingml/2006/main">
              <a:ext uri="{FF2B5EF4-FFF2-40B4-BE49-F238E27FC236}">
                <a16:creationId xmlns:a16="http://schemas.microsoft.com/office/drawing/2014/main" id="{7455F04D-C313-45DC-A8A5-381CC2997816}"/>
              </a:ext>
            </a:extLst>
          </p:cNvPr>
          <p:cNvSpPr>
            <a:spLocks xmlns:a="http://schemas.openxmlformats.org/drawingml/2006/main" noGrp="1"/>
          </p:cNvSpPr>
          <p:nvPr/>
        </p:nvSpPr>
        <p:spPr>
          <a:xfrm xmlns:a="http://schemas.openxmlformats.org/drawingml/2006/main">
            <a:off x="2190750" y="4448175"/>
            <a:ext cx="8763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96170"/>
                </a:solidFill>
              </a:defRPr>
            </a:defPPr>
            <a:lvl1pPr>
              <a:buNone/>
              <a:defRPr sz="2025" b="0">
                <a:solidFill>
                  <a:srgbClr val="496170"/>
                </a:solidFill>
              </a:defRPr>
            </a:lvl1pPr>
            <a:lvl2pPr>
              <a:buNone/>
              <a:defRPr sz="2025" b="0">
                <a:solidFill>
                  <a:srgbClr val="496170"/>
                </a:solidFill>
              </a:defRPr>
            </a:lvl2pPr>
            <a:lvl3pPr>
              <a:buNone/>
              <a:defRPr sz="2025" b="0">
                <a:solidFill>
                  <a:srgbClr val="496170"/>
                </a:solidFill>
              </a:defRPr>
            </a:lvl3pPr>
            <a:lvl4pPr>
              <a:buNone/>
              <a:defRPr sz="2025" b="0">
                <a:solidFill>
                  <a:srgbClr val="496170"/>
                </a:solidFill>
              </a:defRPr>
            </a:lvl4pPr>
            <a:lvl5pPr>
              <a:buNone/>
              <a:defRPr sz="2025" b="0">
                <a:solidFill>
                  <a:srgbClr val="496170"/>
                </a:solidFill>
              </a:defRPr>
            </a:lvl5pPr>
            <a:lvl6pPr>
              <a:buNone/>
              <a:defRPr sz="2025" b="0">
                <a:solidFill>
                  <a:srgbClr val="496170"/>
                </a:solidFill>
              </a:defRPr>
            </a:lvl6pPr>
            <a:lvl7pPr>
              <a:buNone/>
              <a:defRPr sz="2025" b="0">
                <a:solidFill>
                  <a:srgbClr val="496170"/>
                </a:solidFill>
              </a:defRPr>
            </a:lvl7pPr>
            <a:lvl8pPr>
              <a:buNone/>
              <a:defRPr sz="2025" b="0">
                <a:solidFill>
                  <a:srgbClr val="496170"/>
                </a:solidFill>
              </a:defRPr>
            </a:lvl8pPr>
            <a:lvl9pPr>
              <a:buNone/>
              <a:defRPr sz="2025" b="0">
                <a:solidFill>
                  <a:srgbClr val="496170"/>
                </a:solidFill>
              </a:defRPr>
            </a:lvl9pPr>
          </a:lstStyle>
          <a:p xmlns:a="http://schemas.openxmlformats.org/drawingml/2006/main">
            <a:pPr>
              <a:buNone/>
              <a:defRPr sz="2025" b="0">
                <a:solidFill>
                  <a:srgbClr val="496170"/>
                </a:solidFill>
              </a:defRPr>
            </a:pPr>
            <a:r>
              <a:rPr sz="2025" b="0">
                <a:solidFill>
                  <a:srgbClr val="496170"/>
                </a:solidFill>
              </a:rPr>
              <a:t>Candidate tests need review before they run.</a:t>
            </a:r>
          </a:p>
        </p:txBody>
      </p:sp>
      <p:sp>
        <p:nvSpPr>
          <p:cNvPr id="9" name="">
            <a:extLst xmlns:a="http://schemas.openxmlformats.org/drawingml/2006/main">
              <a:ext uri="{FF2B5EF4-FFF2-40B4-BE49-F238E27FC236}">
                <a16:creationId xmlns:a16="http://schemas.microsoft.com/office/drawing/2014/main" id="{5AB68B0B-8BCF-48BE-9597-5BE822EFA8F8}"/>
              </a:ext>
            </a:extLst>
          </p:cNvPr>
          <p:cNvSpPr>
            <a:spLocks xmlns:a="http://schemas.openxmlformats.org/drawingml/2006/main" noGrp="1"/>
          </p:cNvSpPr>
          <p:nvPr/>
        </p:nvSpPr>
        <p:spPr>
          <a:xfrm xmlns:a="http://schemas.openxmlformats.org/drawingml/2006/main">
            <a:off x="742950" y="5067300"/>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75" b="1">
                <a:solidFill>
                  <a:srgbClr val="153143"/>
                </a:solidFill>
              </a:defRPr>
            </a:defPPr>
            <a:lvl1pPr>
              <a:buNone/>
              <a:defRPr sz="3675" b="1">
                <a:solidFill>
                  <a:srgbClr val="153143"/>
                </a:solidFill>
              </a:defRPr>
            </a:lvl1pPr>
            <a:lvl2pPr>
              <a:buNone/>
              <a:defRPr sz="3675" b="1">
                <a:solidFill>
                  <a:srgbClr val="153143"/>
                </a:solidFill>
              </a:defRPr>
            </a:lvl2pPr>
            <a:lvl3pPr>
              <a:buNone/>
              <a:defRPr sz="3675" b="1">
                <a:solidFill>
                  <a:srgbClr val="153143"/>
                </a:solidFill>
              </a:defRPr>
            </a:lvl3pPr>
            <a:lvl4pPr>
              <a:buNone/>
              <a:defRPr sz="3675" b="1">
                <a:solidFill>
                  <a:srgbClr val="153143"/>
                </a:solidFill>
              </a:defRPr>
            </a:lvl4pPr>
            <a:lvl5pPr>
              <a:buNone/>
              <a:defRPr sz="3675" b="1">
                <a:solidFill>
                  <a:srgbClr val="153143"/>
                </a:solidFill>
              </a:defRPr>
            </a:lvl5pPr>
            <a:lvl6pPr>
              <a:buNone/>
              <a:defRPr sz="3675" b="1">
                <a:solidFill>
                  <a:srgbClr val="153143"/>
                </a:solidFill>
              </a:defRPr>
            </a:lvl6pPr>
            <a:lvl7pPr>
              <a:buNone/>
              <a:defRPr sz="3675" b="1">
                <a:solidFill>
                  <a:srgbClr val="153143"/>
                </a:solidFill>
              </a:defRPr>
            </a:lvl7pPr>
            <a:lvl8pPr>
              <a:buNone/>
              <a:defRPr sz="3675" b="1">
                <a:solidFill>
                  <a:srgbClr val="153143"/>
                </a:solidFill>
              </a:defRPr>
            </a:lvl8pPr>
            <a:lvl9pPr>
              <a:buNone/>
              <a:defRPr sz="3675" b="1">
                <a:solidFill>
                  <a:srgbClr val="153143"/>
                </a:solidFill>
              </a:defRPr>
            </a:lvl9pPr>
          </a:lstStyle>
          <a:p xmlns:a="http://schemas.openxmlformats.org/drawingml/2006/main">
            <a:pPr>
              <a:buNone/>
              <a:defRPr sz="3675" b="1">
                <a:solidFill>
                  <a:srgbClr val="153143"/>
                </a:solidFill>
              </a:defRPr>
            </a:pPr>
            <a:r>
              <a:rPr sz="3675" b="1">
                <a:solidFill>
                  <a:srgbClr val="153143"/>
                </a:solidFill>
              </a:rPr>
              <a:t>03</a:t>
            </a:r>
          </a:p>
        </p:txBody>
      </p:sp>
      <p:sp>
        <p:nvSpPr>
          <p:cNvPr id="10" name="">
            <a:extLst xmlns:a="http://schemas.openxmlformats.org/drawingml/2006/main">
              <a:ext uri="{FF2B5EF4-FFF2-40B4-BE49-F238E27FC236}">
                <a16:creationId xmlns:a16="http://schemas.microsoft.com/office/drawing/2014/main" id="{17D161FD-1C96-4A60-9741-BC4E88D6204D}"/>
              </a:ext>
            </a:extLst>
          </p:cNvPr>
          <p:cNvSpPr>
            <a:spLocks xmlns:a="http://schemas.openxmlformats.org/drawingml/2006/main" noGrp="1"/>
          </p:cNvSpPr>
          <p:nvPr/>
        </p:nvSpPr>
        <p:spPr>
          <a:xfrm xmlns:a="http://schemas.openxmlformats.org/drawingml/2006/main">
            <a:off x="2190750" y="5067300"/>
            <a:ext cx="857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53143"/>
                </a:solidFill>
              </a:defRPr>
            </a:defPPr>
            <a:lvl1pPr>
              <a:buNone/>
              <a:defRPr sz="2325" b="1">
                <a:solidFill>
                  <a:srgbClr val="153143"/>
                </a:solidFill>
              </a:defRPr>
            </a:lvl1pPr>
            <a:lvl2pPr>
              <a:buNone/>
              <a:defRPr sz="2325" b="1">
                <a:solidFill>
                  <a:srgbClr val="153143"/>
                </a:solidFill>
              </a:defRPr>
            </a:lvl2pPr>
            <a:lvl3pPr>
              <a:buNone/>
              <a:defRPr sz="2325" b="1">
                <a:solidFill>
                  <a:srgbClr val="153143"/>
                </a:solidFill>
              </a:defRPr>
            </a:lvl3pPr>
            <a:lvl4pPr>
              <a:buNone/>
              <a:defRPr sz="2325" b="1">
                <a:solidFill>
                  <a:srgbClr val="153143"/>
                </a:solidFill>
              </a:defRPr>
            </a:lvl4pPr>
            <a:lvl5pPr>
              <a:buNone/>
              <a:defRPr sz="2325" b="1">
                <a:solidFill>
                  <a:srgbClr val="153143"/>
                </a:solidFill>
              </a:defRPr>
            </a:lvl5pPr>
            <a:lvl6pPr>
              <a:buNone/>
              <a:defRPr sz="2325" b="1">
                <a:solidFill>
                  <a:srgbClr val="153143"/>
                </a:solidFill>
              </a:defRPr>
            </a:lvl6pPr>
            <a:lvl7pPr>
              <a:buNone/>
              <a:defRPr sz="2325" b="1">
                <a:solidFill>
                  <a:srgbClr val="153143"/>
                </a:solidFill>
              </a:defRPr>
            </a:lvl7pPr>
            <a:lvl8pPr>
              <a:buNone/>
              <a:defRPr sz="2325" b="1">
                <a:solidFill>
                  <a:srgbClr val="153143"/>
                </a:solidFill>
              </a:defRPr>
            </a:lvl8pPr>
            <a:lvl9pPr>
              <a:buNone/>
              <a:defRPr sz="2325" b="1">
                <a:solidFill>
                  <a:srgbClr val="153143"/>
                </a:solidFill>
              </a:defRPr>
            </a:lvl9pPr>
          </a:lstStyle>
          <a:p xmlns:a="http://schemas.openxmlformats.org/drawingml/2006/main">
            <a:pPr>
              <a:buNone/>
              <a:defRPr sz="2325" b="1">
                <a:solidFill>
                  <a:srgbClr val="153143"/>
                </a:solidFill>
              </a:defRPr>
            </a:pPr>
            <a:r>
              <a:rPr sz="2325" b="1">
                <a:solidFill>
                  <a:srgbClr val="153143"/>
                </a:solidFill>
              </a:rPr>
              <a:t>Investigation</a:t>
            </a:r>
          </a:p>
        </p:txBody>
      </p:sp>
      <p:sp>
        <p:nvSpPr>
          <p:cNvPr id="11" name="">
            <a:extLst xmlns:a="http://schemas.openxmlformats.org/drawingml/2006/main">
              <a:ext uri="{FF2B5EF4-FFF2-40B4-BE49-F238E27FC236}">
                <a16:creationId xmlns:a16="http://schemas.microsoft.com/office/drawing/2014/main" id="{D24534D5-57F6-46C8-8D82-8AF589C0113B}"/>
              </a:ext>
            </a:extLst>
          </p:cNvPr>
          <p:cNvSpPr>
            <a:spLocks xmlns:a="http://schemas.openxmlformats.org/drawingml/2006/main" noGrp="1"/>
          </p:cNvSpPr>
          <p:nvPr/>
        </p:nvSpPr>
        <p:spPr>
          <a:xfrm xmlns:a="http://schemas.openxmlformats.org/drawingml/2006/main">
            <a:off x="2190750" y="5505450"/>
            <a:ext cx="8763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96170"/>
                </a:solidFill>
              </a:defRPr>
            </a:defPPr>
            <a:lvl1pPr>
              <a:buNone/>
              <a:defRPr sz="2025" b="0">
                <a:solidFill>
                  <a:srgbClr val="496170"/>
                </a:solidFill>
              </a:defRPr>
            </a:lvl1pPr>
            <a:lvl2pPr>
              <a:buNone/>
              <a:defRPr sz="2025" b="0">
                <a:solidFill>
                  <a:srgbClr val="496170"/>
                </a:solidFill>
              </a:defRPr>
            </a:lvl2pPr>
            <a:lvl3pPr>
              <a:buNone/>
              <a:defRPr sz="2025" b="0">
                <a:solidFill>
                  <a:srgbClr val="496170"/>
                </a:solidFill>
              </a:defRPr>
            </a:lvl3pPr>
            <a:lvl4pPr>
              <a:buNone/>
              <a:defRPr sz="2025" b="0">
                <a:solidFill>
                  <a:srgbClr val="496170"/>
                </a:solidFill>
              </a:defRPr>
            </a:lvl4pPr>
            <a:lvl5pPr>
              <a:buNone/>
              <a:defRPr sz="2025" b="0">
                <a:solidFill>
                  <a:srgbClr val="496170"/>
                </a:solidFill>
              </a:defRPr>
            </a:lvl5pPr>
            <a:lvl6pPr>
              <a:buNone/>
              <a:defRPr sz="2025" b="0">
                <a:solidFill>
                  <a:srgbClr val="496170"/>
                </a:solidFill>
              </a:defRPr>
            </a:lvl6pPr>
            <a:lvl7pPr>
              <a:buNone/>
              <a:defRPr sz="2025" b="0">
                <a:solidFill>
                  <a:srgbClr val="496170"/>
                </a:solidFill>
              </a:defRPr>
            </a:lvl7pPr>
            <a:lvl8pPr>
              <a:buNone/>
              <a:defRPr sz="2025" b="0">
                <a:solidFill>
                  <a:srgbClr val="496170"/>
                </a:solidFill>
              </a:defRPr>
            </a:lvl8pPr>
            <a:lvl9pPr>
              <a:buNone/>
              <a:defRPr sz="2025" b="0">
                <a:solidFill>
                  <a:srgbClr val="496170"/>
                </a:solidFill>
              </a:defRPr>
            </a:lvl9pPr>
          </a:lstStyle>
          <a:p xmlns:a="http://schemas.openxmlformats.org/drawingml/2006/main">
            <a:pPr>
              <a:buNone/>
              <a:defRPr sz="2025" b="0">
                <a:solidFill>
                  <a:srgbClr val="496170"/>
                </a:solidFill>
              </a:defRPr>
            </a:pPr>
            <a:r>
              <a:rPr sz="2025" b="0">
                <a:solidFill>
                  <a:srgbClr val="496170"/>
                </a:solidFill>
              </a:rPr>
              <a:t>A failure needs evidence before a defect decision.</a:t>
            </a:r>
          </a:p>
        </p:txBody>
      </p:sp>
    </p:spTree>
    <p:extLst>
      <p:ext uri="{BB962C8B-B14F-4D97-AF65-F5344CB8AC3E}">
        <p14:creationId xmlns:p14="http://schemas.microsoft.com/office/powerpoint/2010/main" val="1278409802"/>
      </p:ext>
    </p:extLst>
  </p:cSld>
</p:sld>
</file>

<file path=ppt/slides/slide3.xml><?xml version="1.0" encoding="utf-8"?>
<p:sld xmlns:p="http://schemas.openxmlformats.org/presentationml/2006/main">
  <p:cSld>
    <p:bg>
      <p:bgPr>
        <a:solidFill xmlns:a="http://schemas.openxmlformats.org/drawingml/2006/main">
          <a:srgbClr val="0A243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50423B7-9509-4DC3-8E6F-8143BC4D55DE}"/>
              </a:ext>
            </a:extLst>
          </p:cNvPr>
          <p:cNvSpPr>
            <a:spLocks xmlns:a="http://schemas.openxmlformats.org/drawingml/2006/main" noGrp="1"/>
          </p:cNvSpPr>
          <p:nvPr/>
        </p:nvSpPr>
        <p:spPr>
          <a:xfrm xmlns:a="http://schemas.openxmlformats.org/drawingml/2006/main">
            <a:off x="723900" y="438150"/>
            <a:ext cx="1074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4E4BC"/>
                </a:solidFill>
              </a:defRPr>
            </a:defPPr>
            <a:lvl1pPr>
              <a:buNone/>
              <a:defRPr sz="1350" b="1">
                <a:solidFill>
                  <a:srgbClr val="A4E4BC"/>
                </a:solidFill>
              </a:defRPr>
            </a:lvl1pPr>
            <a:lvl2pPr>
              <a:buNone/>
              <a:defRPr sz="1350" b="1">
                <a:solidFill>
                  <a:srgbClr val="A4E4BC"/>
                </a:solidFill>
              </a:defRPr>
            </a:lvl2pPr>
            <a:lvl3pPr>
              <a:buNone/>
              <a:defRPr sz="1350" b="1">
                <a:solidFill>
                  <a:srgbClr val="A4E4BC"/>
                </a:solidFill>
              </a:defRPr>
            </a:lvl3pPr>
            <a:lvl4pPr>
              <a:buNone/>
              <a:defRPr sz="1350" b="1">
                <a:solidFill>
                  <a:srgbClr val="A4E4BC"/>
                </a:solidFill>
              </a:defRPr>
            </a:lvl4pPr>
            <a:lvl5pPr>
              <a:buNone/>
              <a:defRPr sz="1350" b="1">
                <a:solidFill>
                  <a:srgbClr val="A4E4BC"/>
                </a:solidFill>
              </a:defRPr>
            </a:lvl5pPr>
            <a:lvl6pPr>
              <a:buNone/>
              <a:defRPr sz="1350" b="1">
                <a:solidFill>
                  <a:srgbClr val="A4E4BC"/>
                </a:solidFill>
              </a:defRPr>
            </a:lvl6pPr>
            <a:lvl7pPr>
              <a:buNone/>
              <a:defRPr sz="1350" b="1">
                <a:solidFill>
                  <a:srgbClr val="A4E4BC"/>
                </a:solidFill>
              </a:defRPr>
            </a:lvl7pPr>
            <a:lvl8pPr>
              <a:buNone/>
              <a:defRPr sz="1350" b="1">
                <a:solidFill>
                  <a:srgbClr val="A4E4BC"/>
                </a:solidFill>
              </a:defRPr>
            </a:lvl8pPr>
            <a:lvl9pPr>
              <a:buNone/>
              <a:defRPr sz="1350" b="1">
                <a:solidFill>
                  <a:srgbClr val="A4E4BC"/>
                </a:solidFill>
              </a:defRPr>
            </a:lvl9pPr>
          </a:lstStyle>
          <a:p xmlns:a="http://schemas.openxmlformats.org/drawingml/2006/main">
            <a:pPr>
              <a:buNone/>
              <a:defRPr sz="1350" b="1">
                <a:solidFill>
                  <a:srgbClr val="A4E4BC"/>
                </a:solidFill>
              </a:defRPr>
            </a:pPr>
            <a:r>
              <a:rPr sz="1350" b="1">
                <a:solidFill>
                  <a:srgbClr val="A4E4BC"/>
                </a:solidFill>
              </a:rPr>
              <a:t>THE WORKFLOW</a:t>
            </a:r>
          </a:p>
        </p:txBody>
      </p:sp>
      <p:sp>
        <p:nvSpPr>
          <p:cNvPr id="2" name="">
            <a:extLst xmlns:a="http://schemas.openxmlformats.org/drawingml/2006/main">
              <a:ext uri="{FF2B5EF4-FFF2-40B4-BE49-F238E27FC236}">
                <a16:creationId xmlns:a16="http://schemas.microsoft.com/office/drawing/2014/main" id="{B053E544-84CD-44F7-8B79-426394588716}"/>
              </a:ext>
            </a:extLst>
          </p:cNvPr>
          <p:cNvSpPr>
            <a:spLocks xmlns:a="http://schemas.openxmlformats.org/drawingml/2006/main" noGrp="1"/>
          </p:cNvSpPr>
          <p:nvPr/>
        </p:nvSpPr>
        <p:spPr>
          <a:xfrm xmlns:a="http://schemas.openxmlformats.org/drawingml/2006/main">
            <a:off x="723900" y="99060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F5F1E8"/>
                </a:solidFill>
              </a:defRPr>
            </a:defPPr>
            <a:lvl1pPr>
              <a:buNone/>
              <a:defRPr sz="4050" b="1">
                <a:solidFill>
                  <a:srgbClr val="F5F1E8"/>
                </a:solidFill>
              </a:defRPr>
            </a:lvl1pPr>
            <a:lvl2pPr>
              <a:buNone/>
              <a:defRPr sz="4050" b="1">
                <a:solidFill>
                  <a:srgbClr val="F5F1E8"/>
                </a:solidFill>
              </a:defRPr>
            </a:lvl2pPr>
            <a:lvl3pPr>
              <a:buNone/>
              <a:defRPr sz="4050" b="1">
                <a:solidFill>
                  <a:srgbClr val="F5F1E8"/>
                </a:solidFill>
              </a:defRPr>
            </a:lvl3pPr>
            <a:lvl4pPr>
              <a:buNone/>
              <a:defRPr sz="4050" b="1">
                <a:solidFill>
                  <a:srgbClr val="F5F1E8"/>
                </a:solidFill>
              </a:defRPr>
            </a:lvl4pPr>
            <a:lvl5pPr>
              <a:buNone/>
              <a:defRPr sz="4050" b="1">
                <a:solidFill>
                  <a:srgbClr val="F5F1E8"/>
                </a:solidFill>
              </a:defRPr>
            </a:lvl5pPr>
            <a:lvl6pPr>
              <a:buNone/>
              <a:defRPr sz="4050" b="1">
                <a:solidFill>
                  <a:srgbClr val="F5F1E8"/>
                </a:solidFill>
              </a:defRPr>
            </a:lvl6pPr>
            <a:lvl7pPr>
              <a:buNone/>
              <a:defRPr sz="4050" b="1">
                <a:solidFill>
                  <a:srgbClr val="F5F1E8"/>
                </a:solidFill>
              </a:defRPr>
            </a:lvl7pPr>
            <a:lvl8pPr>
              <a:buNone/>
              <a:defRPr sz="4050" b="1">
                <a:solidFill>
                  <a:srgbClr val="F5F1E8"/>
                </a:solidFill>
              </a:defRPr>
            </a:lvl8pPr>
            <a:lvl9pPr>
              <a:buNone/>
              <a:defRPr sz="4050" b="1">
                <a:solidFill>
                  <a:srgbClr val="F5F1E8"/>
                </a:solidFill>
              </a:defRPr>
            </a:lvl9pPr>
          </a:lstStyle>
          <a:p xmlns:a="http://schemas.openxmlformats.org/drawingml/2006/main">
            <a:pPr>
              <a:buNone/>
              <a:defRPr sz="4050" b="1">
                <a:solidFill>
                  <a:srgbClr val="F5F1E8"/>
                </a:solidFill>
              </a:defRPr>
            </a:pPr>
            <a:r>
              <a:rPr sz="4050" b="1">
                <a:solidFill>
                  <a:srgbClr val="F5F1E8"/>
                </a:solidFill>
              </a:rPr>
              <a:t>Review stays part of the process.</a:t>
            </a:r>
          </a:p>
        </p:txBody>
      </p:sp>
      <p:sp>
        <p:nvSpPr>
          <p:cNvPr id="3" name="">
            <a:extLst xmlns:a="http://schemas.openxmlformats.org/drawingml/2006/main">
              <a:ext uri="{FF2B5EF4-FFF2-40B4-BE49-F238E27FC236}">
                <a16:creationId xmlns:a16="http://schemas.microsoft.com/office/drawing/2014/main" id="{44F74099-7F6F-400F-915B-BFAA6257CAEF}"/>
              </a:ext>
            </a:extLst>
          </p:cNvPr>
          <p:cNvSpPr>
            <a:spLocks xmlns:a="http://schemas.openxmlformats.org/drawingml/2006/main" noGrp="1"/>
          </p:cNvSpPr>
          <p:nvPr/>
        </p:nvSpPr>
        <p:spPr>
          <a:xfrm xmlns:a="http://schemas.openxmlformats.org/drawingml/2006/main">
            <a:off x="742950" y="2390775"/>
            <a:ext cx="80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A4E4BC"/>
                </a:solidFill>
              </a:defRPr>
            </a:defPPr>
            <a:lvl1pPr>
              <a:buNone/>
              <a:defRPr sz="2325" b="1">
                <a:solidFill>
                  <a:srgbClr val="A4E4BC"/>
                </a:solidFill>
              </a:defRPr>
            </a:lvl1pPr>
            <a:lvl2pPr>
              <a:buNone/>
              <a:defRPr sz="2325" b="1">
                <a:solidFill>
                  <a:srgbClr val="A4E4BC"/>
                </a:solidFill>
              </a:defRPr>
            </a:lvl2pPr>
            <a:lvl3pPr>
              <a:buNone/>
              <a:defRPr sz="2325" b="1">
                <a:solidFill>
                  <a:srgbClr val="A4E4BC"/>
                </a:solidFill>
              </a:defRPr>
            </a:lvl3pPr>
            <a:lvl4pPr>
              <a:buNone/>
              <a:defRPr sz="2325" b="1">
                <a:solidFill>
                  <a:srgbClr val="A4E4BC"/>
                </a:solidFill>
              </a:defRPr>
            </a:lvl4pPr>
            <a:lvl5pPr>
              <a:buNone/>
              <a:defRPr sz="2325" b="1">
                <a:solidFill>
                  <a:srgbClr val="A4E4BC"/>
                </a:solidFill>
              </a:defRPr>
            </a:lvl5pPr>
            <a:lvl6pPr>
              <a:buNone/>
              <a:defRPr sz="2325" b="1">
                <a:solidFill>
                  <a:srgbClr val="A4E4BC"/>
                </a:solidFill>
              </a:defRPr>
            </a:lvl6pPr>
            <a:lvl7pPr>
              <a:buNone/>
              <a:defRPr sz="2325" b="1">
                <a:solidFill>
                  <a:srgbClr val="A4E4BC"/>
                </a:solidFill>
              </a:defRPr>
            </a:lvl7pPr>
            <a:lvl8pPr>
              <a:buNone/>
              <a:defRPr sz="2325" b="1">
                <a:solidFill>
                  <a:srgbClr val="A4E4BC"/>
                </a:solidFill>
              </a:defRPr>
            </a:lvl8pPr>
            <a:lvl9pPr>
              <a:buNone/>
              <a:defRPr sz="2325" b="1">
                <a:solidFill>
                  <a:srgbClr val="A4E4BC"/>
                </a:solidFill>
              </a:defRPr>
            </a:lvl9pPr>
          </a:lstStyle>
          <a:p xmlns:a="http://schemas.openxmlformats.org/drawingml/2006/main">
            <a:pPr>
              <a:buNone/>
              <a:defRPr sz="2325" b="1">
                <a:solidFill>
                  <a:srgbClr val="A4E4BC"/>
                </a:solidFill>
              </a:defRPr>
            </a:pPr>
            <a:r>
              <a:rPr sz="2325" b="1">
                <a:solidFill>
                  <a:srgbClr val="A4E4BC"/>
                </a:solidFill>
              </a:rPr>
              <a:t>01</a:t>
            </a:r>
          </a:p>
        </p:txBody>
      </p:sp>
      <p:sp>
        <p:nvSpPr>
          <p:cNvPr id="4" name="">
            <a:extLst xmlns:a="http://schemas.openxmlformats.org/drawingml/2006/main">
              <a:ext uri="{FF2B5EF4-FFF2-40B4-BE49-F238E27FC236}">
                <a16:creationId xmlns:a16="http://schemas.microsoft.com/office/drawing/2014/main" id="{38392337-983F-4B01-9478-8EA9B710F0E7}"/>
              </a:ext>
            </a:extLst>
          </p:cNvPr>
          <p:cNvSpPr>
            <a:spLocks xmlns:a="http://schemas.openxmlformats.org/drawingml/2006/main" noGrp="1"/>
          </p:cNvSpPr>
          <p:nvPr/>
        </p:nvSpPr>
        <p:spPr>
          <a:xfrm xmlns:a="http://schemas.openxmlformats.org/drawingml/2006/main">
            <a:off x="1885950" y="2390775"/>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F5F1E8"/>
                </a:solidFill>
              </a:defRPr>
            </a:defPPr>
            <a:lvl1pPr>
              <a:buNone/>
              <a:defRPr sz="2475" b="1">
                <a:solidFill>
                  <a:srgbClr val="F5F1E8"/>
                </a:solidFill>
              </a:defRPr>
            </a:lvl1pPr>
            <a:lvl2pPr>
              <a:buNone/>
              <a:defRPr sz="2475" b="1">
                <a:solidFill>
                  <a:srgbClr val="F5F1E8"/>
                </a:solidFill>
              </a:defRPr>
            </a:lvl2pPr>
            <a:lvl3pPr>
              <a:buNone/>
              <a:defRPr sz="2475" b="1">
                <a:solidFill>
                  <a:srgbClr val="F5F1E8"/>
                </a:solidFill>
              </a:defRPr>
            </a:lvl3pPr>
            <a:lvl4pPr>
              <a:buNone/>
              <a:defRPr sz="2475" b="1">
                <a:solidFill>
                  <a:srgbClr val="F5F1E8"/>
                </a:solidFill>
              </a:defRPr>
            </a:lvl4pPr>
            <a:lvl5pPr>
              <a:buNone/>
              <a:defRPr sz="2475" b="1">
                <a:solidFill>
                  <a:srgbClr val="F5F1E8"/>
                </a:solidFill>
              </a:defRPr>
            </a:lvl5pPr>
            <a:lvl6pPr>
              <a:buNone/>
              <a:defRPr sz="2475" b="1">
                <a:solidFill>
                  <a:srgbClr val="F5F1E8"/>
                </a:solidFill>
              </a:defRPr>
            </a:lvl6pPr>
            <a:lvl7pPr>
              <a:buNone/>
              <a:defRPr sz="2475" b="1">
                <a:solidFill>
                  <a:srgbClr val="F5F1E8"/>
                </a:solidFill>
              </a:defRPr>
            </a:lvl7pPr>
            <a:lvl8pPr>
              <a:buNone/>
              <a:defRPr sz="2475" b="1">
                <a:solidFill>
                  <a:srgbClr val="F5F1E8"/>
                </a:solidFill>
              </a:defRPr>
            </a:lvl8pPr>
            <a:lvl9pPr>
              <a:buNone/>
              <a:defRPr sz="2475" b="1">
                <a:solidFill>
                  <a:srgbClr val="F5F1E8"/>
                </a:solidFill>
              </a:defRPr>
            </a:lvl9pPr>
          </a:lstStyle>
          <a:p xmlns:a="http://schemas.openxmlformats.org/drawingml/2006/main">
            <a:pPr>
              <a:buNone/>
              <a:defRPr sz="2475" b="1">
                <a:solidFill>
                  <a:srgbClr val="F5F1E8"/>
                </a:solidFill>
              </a:defRPr>
            </a:pPr>
            <a:r>
              <a:rPr sz="2475" b="1">
                <a:solidFill>
                  <a:srgbClr val="F5F1E8"/>
                </a:solidFill>
              </a:rPr>
              <a:t>Connect</a:t>
            </a:r>
          </a:p>
        </p:txBody>
      </p:sp>
      <p:sp>
        <p:nvSpPr>
          <p:cNvPr id="5" name="">
            <a:extLst xmlns:a="http://schemas.openxmlformats.org/drawingml/2006/main">
              <a:ext uri="{FF2B5EF4-FFF2-40B4-BE49-F238E27FC236}">
                <a16:creationId xmlns:a16="http://schemas.microsoft.com/office/drawing/2014/main" id="{AA7975DF-BDA9-4B1D-9CB6-EE59DB080451}"/>
              </a:ext>
            </a:extLst>
          </p:cNvPr>
          <p:cNvSpPr>
            <a:spLocks xmlns:a="http://schemas.openxmlformats.org/drawingml/2006/main" noGrp="1"/>
          </p:cNvSpPr>
          <p:nvPr/>
        </p:nvSpPr>
        <p:spPr>
          <a:xfrm xmlns:a="http://schemas.openxmlformats.org/drawingml/2006/main">
            <a:off x="4448175" y="2428875"/>
            <a:ext cx="69818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5F1E8"/>
                </a:solidFill>
              </a:defRPr>
            </a:defPPr>
            <a:lvl1pPr>
              <a:buNone/>
              <a:defRPr sz="2175" b="0">
                <a:solidFill>
                  <a:srgbClr val="F5F1E8"/>
                </a:solidFill>
              </a:defRPr>
            </a:lvl1pPr>
            <a:lvl2pPr>
              <a:buNone/>
              <a:defRPr sz="2175" b="0">
                <a:solidFill>
                  <a:srgbClr val="F5F1E8"/>
                </a:solidFill>
              </a:defRPr>
            </a:lvl2pPr>
            <a:lvl3pPr>
              <a:buNone/>
              <a:defRPr sz="2175" b="0">
                <a:solidFill>
                  <a:srgbClr val="F5F1E8"/>
                </a:solidFill>
              </a:defRPr>
            </a:lvl3pPr>
            <a:lvl4pPr>
              <a:buNone/>
              <a:defRPr sz="2175" b="0">
                <a:solidFill>
                  <a:srgbClr val="F5F1E8"/>
                </a:solidFill>
              </a:defRPr>
            </a:lvl4pPr>
            <a:lvl5pPr>
              <a:buNone/>
              <a:defRPr sz="2175" b="0">
                <a:solidFill>
                  <a:srgbClr val="F5F1E8"/>
                </a:solidFill>
              </a:defRPr>
            </a:lvl5pPr>
            <a:lvl6pPr>
              <a:buNone/>
              <a:defRPr sz="2175" b="0">
                <a:solidFill>
                  <a:srgbClr val="F5F1E8"/>
                </a:solidFill>
              </a:defRPr>
            </a:lvl6pPr>
            <a:lvl7pPr>
              <a:buNone/>
              <a:defRPr sz="2175" b="0">
                <a:solidFill>
                  <a:srgbClr val="F5F1E8"/>
                </a:solidFill>
              </a:defRPr>
            </a:lvl7pPr>
            <a:lvl8pPr>
              <a:buNone/>
              <a:defRPr sz="2175" b="0">
                <a:solidFill>
                  <a:srgbClr val="F5F1E8"/>
                </a:solidFill>
              </a:defRPr>
            </a:lvl8pPr>
            <a:lvl9pPr>
              <a:buNone/>
              <a:defRPr sz="2175" b="0">
                <a:solidFill>
                  <a:srgbClr val="F5F1E8"/>
                </a:solidFill>
              </a:defRPr>
            </a:lvl9pPr>
          </a:lstStyle>
          <a:p xmlns:a="http://schemas.openxmlformats.org/drawingml/2006/main">
            <a:pPr>
              <a:buNone/>
              <a:defRPr sz="2175" b="0">
                <a:solidFill>
                  <a:srgbClr val="F5F1E8"/>
                </a:solidFill>
              </a:defRPr>
            </a:pPr>
            <a:r>
              <a:rPr sz="2175" b="0">
                <a:solidFill>
                  <a:srgbClr val="F5F1E8"/>
                </a:solidFill>
              </a:rPr>
              <a:t>Snapshot the authorized source folder.</a:t>
            </a:r>
          </a:p>
        </p:txBody>
      </p:sp>
      <p:sp>
        <p:nvSpPr>
          <p:cNvPr id="6" name="">
            <a:extLst xmlns:a="http://schemas.openxmlformats.org/drawingml/2006/main">
              <a:ext uri="{FF2B5EF4-FFF2-40B4-BE49-F238E27FC236}">
                <a16:creationId xmlns:a16="http://schemas.microsoft.com/office/drawing/2014/main" id="{EA78CC92-9AD6-4C3E-8266-3CCF7DDFCF6F}"/>
              </a:ext>
            </a:extLst>
          </p:cNvPr>
          <p:cNvSpPr>
            <a:spLocks xmlns:a="http://schemas.openxmlformats.org/drawingml/2006/main" noGrp="1"/>
          </p:cNvSpPr>
          <p:nvPr/>
        </p:nvSpPr>
        <p:spPr>
          <a:xfrm xmlns:a="http://schemas.openxmlformats.org/drawingml/2006/main">
            <a:off x="742950" y="3133725"/>
            <a:ext cx="80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A4E4BC"/>
                </a:solidFill>
              </a:defRPr>
            </a:defPPr>
            <a:lvl1pPr>
              <a:buNone/>
              <a:defRPr sz="2325" b="1">
                <a:solidFill>
                  <a:srgbClr val="A4E4BC"/>
                </a:solidFill>
              </a:defRPr>
            </a:lvl1pPr>
            <a:lvl2pPr>
              <a:buNone/>
              <a:defRPr sz="2325" b="1">
                <a:solidFill>
                  <a:srgbClr val="A4E4BC"/>
                </a:solidFill>
              </a:defRPr>
            </a:lvl2pPr>
            <a:lvl3pPr>
              <a:buNone/>
              <a:defRPr sz="2325" b="1">
                <a:solidFill>
                  <a:srgbClr val="A4E4BC"/>
                </a:solidFill>
              </a:defRPr>
            </a:lvl3pPr>
            <a:lvl4pPr>
              <a:buNone/>
              <a:defRPr sz="2325" b="1">
                <a:solidFill>
                  <a:srgbClr val="A4E4BC"/>
                </a:solidFill>
              </a:defRPr>
            </a:lvl4pPr>
            <a:lvl5pPr>
              <a:buNone/>
              <a:defRPr sz="2325" b="1">
                <a:solidFill>
                  <a:srgbClr val="A4E4BC"/>
                </a:solidFill>
              </a:defRPr>
            </a:lvl5pPr>
            <a:lvl6pPr>
              <a:buNone/>
              <a:defRPr sz="2325" b="1">
                <a:solidFill>
                  <a:srgbClr val="A4E4BC"/>
                </a:solidFill>
              </a:defRPr>
            </a:lvl6pPr>
            <a:lvl7pPr>
              <a:buNone/>
              <a:defRPr sz="2325" b="1">
                <a:solidFill>
                  <a:srgbClr val="A4E4BC"/>
                </a:solidFill>
              </a:defRPr>
            </a:lvl7pPr>
            <a:lvl8pPr>
              <a:buNone/>
              <a:defRPr sz="2325" b="1">
                <a:solidFill>
                  <a:srgbClr val="A4E4BC"/>
                </a:solidFill>
              </a:defRPr>
            </a:lvl8pPr>
            <a:lvl9pPr>
              <a:buNone/>
              <a:defRPr sz="2325" b="1">
                <a:solidFill>
                  <a:srgbClr val="A4E4BC"/>
                </a:solidFill>
              </a:defRPr>
            </a:lvl9pPr>
          </a:lstStyle>
          <a:p xmlns:a="http://schemas.openxmlformats.org/drawingml/2006/main">
            <a:pPr>
              <a:buNone/>
              <a:defRPr sz="2325" b="1">
                <a:solidFill>
                  <a:srgbClr val="A4E4BC"/>
                </a:solidFill>
              </a:defRPr>
            </a:pPr>
            <a:r>
              <a:rPr sz="2325" b="1">
                <a:solidFill>
                  <a:srgbClr val="A4E4BC"/>
                </a:solidFill>
              </a:rPr>
              <a:t>02</a:t>
            </a:r>
          </a:p>
        </p:txBody>
      </p:sp>
      <p:sp>
        <p:nvSpPr>
          <p:cNvPr id="7" name="">
            <a:extLst xmlns:a="http://schemas.openxmlformats.org/drawingml/2006/main">
              <a:ext uri="{FF2B5EF4-FFF2-40B4-BE49-F238E27FC236}">
                <a16:creationId xmlns:a16="http://schemas.microsoft.com/office/drawing/2014/main" id="{DD3269B9-D849-40C7-9AF8-65162849A784}"/>
              </a:ext>
            </a:extLst>
          </p:cNvPr>
          <p:cNvSpPr>
            <a:spLocks xmlns:a="http://schemas.openxmlformats.org/drawingml/2006/main" noGrp="1"/>
          </p:cNvSpPr>
          <p:nvPr/>
        </p:nvSpPr>
        <p:spPr>
          <a:xfrm xmlns:a="http://schemas.openxmlformats.org/drawingml/2006/main">
            <a:off x="1885950" y="3133725"/>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F5F1E8"/>
                </a:solidFill>
              </a:defRPr>
            </a:defPPr>
            <a:lvl1pPr>
              <a:buNone/>
              <a:defRPr sz="2475" b="1">
                <a:solidFill>
                  <a:srgbClr val="F5F1E8"/>
                </a:solidFill>
              </a:defRPr>
            </a:lvl1pPr>
            <a:lvl2pPr>
              <a:buNone/>
              <a:defRPr sz="2475" b="1">
                <a:solidFill>
                  <a:srgbClr val="F5F1E8"/>
                </a:solidFill>
              </a:defRPr>
            </a:lvl2pPr>
            <a:lvl3pPr>
              <a:buNone/>
              <a:defRPr sz="2475" b="1">
                <a:solidFill>
                  <a:srgbClr val="F5F1E8"/>
                </a:solidFill>
              </a:defRPr>
            </a:lvl3pPr>
            <a:lvl4pPr>
              <a:buNone/>
              <a:defRPr sz="2475" b="1">
                <a:solidFill>
                  <a:srgbClr val="F5F1E8"/>
                </a:solidFill>
              </a:defRPr>
            </a:lvl4pPr>
            <a:lvl5pPr>
              <a:buNone/>
              <a:defRPr sz="2475" b="1">
                <a:solidFill>
                  <a:srgbClr val="F5F1E8"/>
                </a:solidFill>
              </a:defRPr>
            </a:lvl5pPr>
            <a:lvl6pPr>
              <a:buNone/>
              <a:defRPr sz="2475" b="1">
                <a:solidFill>
                  <a:srgbClr val="F5F1E8"/>
                </a:solidFill>
              </a:defRPr>
            </a:lvl6pPr>
            <a:lvl7pPr>
              <a:buNone/>
              <a:defRPr sz="2475" b="1">
                <a:solidFill>
                  <a:srgbClr val="F5F1E8"/>
                </a:solidFill>
              </a:defRPr>
            </a:lvl7pPr>
            <a:lvl8pPr>
              <a:buNone/>
              <a:defRPr sz="2475" b="1">
                <a:solidFill>
                  <a:srgbClr val="F5F1E8"/>
                </a:solidFill>
              </a:defRPr>
            </a:lvl8pPr>
            <a:lvl9pPr>
              <a:buNone/>
              <a:defRPr sz="2475" b="1">
                <a:solidFill>
                  <a:srgbClr val="F5F1E8"/>
                </a:solidFill>
              </a:defRPr>
            </a:lvl9pPr>
          </a:lstStyle>
          <a:p xmlns:a="http://schemas.openxmlformats.org/drawingml/2006/main">
            <a:pPr>
              <a:buNone/>
              <a:defRPr sz="2475" b="1">
                <a:solidFill>
                  <a:srgbClr val="F5F1E8"/>
                </a:solidFill>
              </a:defRPr>
            </a:pPr>
            <a:r>
              <a:rPr sz="2475" b="1">
                <a:solidFill>
                  <a:srgbClr val="F5F1E8"/>
                </a:solidFill>
              </a:rPr>
              <a:t>Specify</a:t>
            </a:r>
          </a:p>
        </p:txBody>
      </p:sp>
      <p:sp>
        <p:nvSpPr>
          <p:cNvPr id="8" name="">
            <a:extLst xmlns:a="http://schemas.openxmlformats.org/drawingml/2006/main">
              <a:ext uri="{FF2B5EF4-FFF2-40B4-BE49-F238E27FC236}">
                <a16:creationId xmlns:a16="http://schemas.microsoft.com/office/drawing/2014/main" id="{2732299B-7A8D-4E7A-BFB7-3F4A87C80BE6}"/>
              </a:ext>
            </a:extLst>
          </p:cNvPr>
          <p:cNvSpPr>
            <a:spLocks xmlns:a="http://schemas.openxmlformats.org/drawingml/2006/main" noGrp="1"/>
          </p:cNvSpPr>
          <p:nvPr/>
        </p:nvSpPr>
        <p:spPr>
          <a:xfrm xmlns:a="http://schemas.openxmlformats.org/drawingml/2006/main">
            <a:off x="4448175" y="3171825"/>
            <a:ext cx="69818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5F1E8"/>
                </a:solidFill>
              </a:defRPr>
            </a:defPPr>
            <a:lvl1pPr>
              <a:buNone/>
              <a:defRPr sz="2175" b="0">
                <a:solidFill>
                  <a:srgbClr val="F5F1E8"/>
                </a:solidFill>
              </a:defRPr>
            </a:lvl1pPr>
            <a:lvl2pPr>
              <a:buNone/>
              <a:defRPr sz="2175" b="0">
                <a:solidFill>
                  <a:srgbClr val="F5F1E8"/>
                </a:solidFill>
              </a:defRPr>
            </a:lvl2pPr>
            <a:lvl3pPr>
              <a:buNone/>
              <a:defRPr sz="2175" b="0">
                <a:solidFill>
                  <a:srgbClr val="F5F1E8"/>
                </a:solidFill>
              </a:defRPr>
            </a:lvl3pPr>
            <a:lvl4pPr>
              <a:buNone/>
              <a:defRPr sz="2175" b="0">
                <a:solidFill>
                  <a:srgbClr val="F5F1E8"/>
                </a:solidFill>
              </a:defRPr>
            </a:lvl4pPr>
            <a:lvl5pPr>
              <a:buNone/>
              <a:defRPr sz="2175" b="0">
                <a:solidFill>
                  <a:srgbClr val="F5F1E8"/>
                </a:solidFill>
              </a:defRPr>
            </a:lvl5pPr>
            <a:lvl6pPr>
              <a:buNone/>
              <a:defRPr sz="2175" b="0">
                <a:solidFill>
                  <a:srgbClr val="F5F1E8"/>
                </a:solidFill>
              </a:defRPr>
            </a:lvl6pPr>
            <a:lvl7pPr>
              <a:buNone/>
              <a:defRPr sz="2175" b="0">
                <a:solidFill>
                  <a:srgbClr val="F5F1E8"/>
                </a:solidFill>
              </a:defRPr>
            </a:lvl7pPr>
            <a:lvl8pPr>
              <a:buNone/>
              <a:defRPr sz="2175" b="0">
                <a:solidFill>
                  <a:srgbClr val="F5F1E8"/>
                </a:solidFill>
              </a:defRPr>
            </a:lvl8pPr>
            <a:lvl9pPr>
              <a:buNone/>
              <a:defRPr sz="2175" b="0">
                <a:solidFill>
                  <a:srgbClr val="F5F1E8"/>
                </a:solidFill>
              </a:defRPr>
            </a:lvl9pPr>
          </a:lstStyle>
          <a:p xmlns:a="http://schemas.openxmlformats.org/drawingml/2006/main">
            <a:pPr>
              <a:buNone/>
              <a:defRPr sz="2175" b="0">
                <a:solidFill>
                  <a:srgbClr val="F5F1E8"/>
                </a:solidFill>
              </a:defRPr>
            </a:pPr>
            <a:r>
              <a:rPr sz="2175" b="0">
                <a:solidFill>
                  <a:srgbClr val="F5F1E8"/>
                </a:solidFill>
              </a:rPr>
              <a:t>Add requirements with identifiable records.</a:t>
            </a:r>
          </a:p>
        </p:txBody>
      </p:sp>
      <p:sp>
        <p:nvSpPr>
          <p:cNvPr id="9" name="">
            <a:extLst xmlns:a="http://schemas.openxmlformats.org/drawingml/2006/main">
              <a:ext uri="{FF2B5EF4-FFF2-40B4-BE49-F238E27FC236}">
                <a16:creationId xmlns:a16="http://schemas.microsoft.com/office/drawing/2014/main" id="{CA336B19-1723-46FE-A579-8A1D288E6B7D}"/>
              </a:ext>
            </a:extLst>
          </p:cNvPr>
          <p:cNvSpPr>
            <a:spLocks xmlns:a="http://schemas.openxmlformats.org/drawingml/2006/main" noGrp="1"/>
          </p:cNvSpPr>
          <p:nvPr/>
        </p:nvSpPr>
        <p:spPr>
          <a:xfrm xmlns:a="http://schemas.openxmlformats.org/drawingml/2006/main">
            <a:off x="742950" y="3876675"/>
            <a:ext cx="80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A4E4BC"/>
                </a:solidFill>
              </a:defRPr>
            </a:defPPr>
            <a:lvl1pPr>
              <a:buNone/>
              <a:defRPr sz="2325" b="1">
                <a:solidFill>
                  <a:srgbClr val="A4E4BC"/>
                </a:solidFill>
              </a:defRPr>
            </a:lvl1pPr>
            <a:lvl2pPr>
              <a:buNone/>
              <a:defRPr sz="2325" b="1">
                <a:solidFill>
                  <a:srgbClr val="A4E4BC"/>
                </a:solidFill>
              </a:defRPr>
            </a:lvl2pPr>
            <a:lvl3pPr>
              <a:buNone/>
              <a:defRPr sz="2325" b="1">
                <a:solidFill>
                  <a:srgbClr val="A4E4BC"/>
                </a:solidFill>
              </a:defRPr>
            </a:lvl3pPr>
            <a:lvl4pPr>
              <a:buNone/>
              <a:defRPr sz="2325" b="1">
                <a:solidFill>
                  <a:srgbClr val="A4E4BC"/>
                </a:solidFill>
              </a:defRPr>
            </a:lvl4pPr>
            <a:lvl5pPr>
              <a:buNone/>
              <a:defRPr sz="2325" b="1">
                <a:solidFill>
                  <a:srgbClr val="A4E4BC"/>
                </a:solidFill>
              </a:defRPr>
            </a:lvl5pPr>
            <a:lvl6pPr>
              <a:buNone/>
              <a:defRPr sz="2325" b="1">
                <a:solidFill>
                  <a:srgbClr val="A4E4BC"/>
                </a:solidFill>
              </a:defRPr>
            </a:lvl6pPr>
            <a:lvl7pPr>
              <a:buNone/>
              <a:defRPr sz="2325" b="1">
                <a:solidFill>
                  <a:srgbClr val="A4E4BC"/>
                </a:solidFill>
              </a:defRPr>
            </a:lvl7pPr>
            <a:lvl8pPr>
              <a:buNone/>
              <a:defRPr sz="2325" b="1">
                <a:solidFill>
                  <a:srgbClr val="A4E4BC"/>
                </a:solidFill>
              </a:defRPr>
            </a:lvl8pPr>
            <a:lvl9pPr>
              <a:buNone/>
              <a:defRPr sz="2325" b="1">
                <a:solidFill>
                  <a:srgbClr val="A4E4BC"/>
                </a:solidFill>
              </a:defRPr>
            </a:lvl9pPr>
          </a:lstStyle>
          <a:p xmlns:a="http://schemas.openxmlformats.org/drawingml/2006/main">
            <a:pPr>
              <a:buNone/>
              <a:defRPr sz="2325" b="1">
                <a:solidFill>
                  <a:srgbClr val="A4E4BC"/>
                </a:solidFill>
              </a:defRPr>
            </a:pPr>
            <a:r>
              <a:rPr sz="2325" b="1">
                <a:solidFill>
                  <a:srgbClr val="A4E4BC"/>
                </a:solidFill>
              </a:rPr>
              <a:t>03</a:t>
            </a:r>
          </a:p>
        </p:txBody>
      </p:sp>
      <p:sp>
        <p:nvSpPr>
          <p:cNvPr id="10" name="">
            <a:extLst xmlns:a="http://schemas.openxmlformats.org/drawingml/2006/main">
              <a:ext uri="{FF2B5EF4-FFF2-40B4-BE49-F238E27FC236}">
                <a16:creationId xmlns:a16="http://schemas.microsoft.com/office/drawing/2014/main" id="{6D6AC28D-4A89-4280-9246-00DFCE5BE108}"/>
              </a:ext>
            </a:extLst>
          </p:cNvPr>
          <p:cNvSpPr>
            <a:spLocks xmlns:a="http://schemas.openxmlformats.org/drawingml/2006/main" noGrp="1"/>
          </p:cNvSpPr>
          <p:nvPr/>
        </p:nvSpPr>
        <p:spPr>
          <a:xfrm xmlns:a="http://schemas.openxmlformats.org/drawingml/2006/main">
            <a:off x="1885950" y="3876675"/>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F5F1E8"/>
                </a:solidFill>
              </a:defRPr>
            </a:defPPr>
            <a:lvl1pPr>
              <a:buNone/>
              <a:defRPr sz="2475" b="1">
                <a:solidFill>
                  <a:srgbClr val="F5F1E8"/>
                </a:solidFill>
              </a:defRPr>
            </a:lvl1pPr>
            <a:lvl2pPr>
              <a:buNone/>
              <a:defRPr sz="2475" b="1">
                <a:solidFill>
                  <a:srgbClr val="F5F1E8"/>
                </a:solidFill>
              </a:defRPr>
            </a:lvl2pPr>
            <a:lvl3pPr>
              <a:buNone/>
              <a:defRPr sz="2475" b="1">
                <a:solidFill>
                  <a:srgbClr val="F5F1E8"/>
                </a:solidFill>
              </a:defRPr>
            </a:lvl3pPr>
            <a:lvl4pPr>
              <a:buNone/>
              <a:defRPr sz="2475" b="1">
                <a:solidFill>
                  <a:srgbClr val="F5F1E8"/>
                </a:solidFill>
              </a:defRPr>
            </a:lvl4pPr>
            <a:lvl5pPr>
              <a:buNone/>
              <a:defRPr sz="2475" b="1">
                <a:solidFill>
                  <a:srgbClr val="F5F1E8"/>
                </a:solidFill>
              </a:defRPr>
            </a:lvl5pPr>
            <a:lvl6pPr>
              <a:buNone/>
              <a:defRPr sz="2475" b="1">
                <a:solidFill>
                  <a:srgbClr val="F5F1E8"/>
                </a:solidFill>
              </a:defRPr>
            </a:lvl6pPr>
            <a:lvl7pPr>
              <a:buNone/>
              <a:defRPr sz="2475" b="1">
                <a:solidFill>
                  <a:srgbClr val="F5F1E8"/>
                </a:solidFill>
              </a:defRPr>
            </a:lvl7pPr>
            <a:lvl8pPr>
              <a:buNone/>
              <a:defRPr sz="2475" b="1">
                <a:solidFill>
                  <a:srgbClr val="F5F1E8"/>
                </a:solidFill>
              </a:defRPr>
            </a:lvl8pPr>
            <a:lvl9pPr>
              <a:buNone/>
              <a:defRPr sz="2475" b="1">
                <a:solidFill>
                  <a:srgbClr val="F5F1E8"/>
                </a:solidFill>
              </a:defRPr>
            </a:lvl9pPr>
          </a:lstStyle>
          <a:p xmlns:a="http://schemas.openxmlformats.org/drawingml/2006/main">
            <a:pPr>
              <a:buNone/>
              <a:defRPr sz="2475" b="1">
                <a:solidFill>
                  <a:srgbClr val="F5F1E8"/>
                </a:solidFill>
              </a:defRPr>
            </a:pPr>
            <a:r>
              <a:rPr sz="2475" b="1">
                <a:solidFill>
                  <a:srgbClr val="F5F1E8"/>
                </a:solidFill>
              </a:rPr>
              <a:t>Review</a:t>
            </a:r>
          </a:p>
        </p:txBody>
      </p:sp>
      <p:sp>
        <p:nvSpPr>
          <p:cNvPr id="11" name="">
            <a:extLst xmlns:a="http://schemas.openxmlformats.org/drawingml/2006/main">
              <a:ext uri="{FF2B5EF4-FFF2-40B4-BE49-F238E27FC236}">
                <a16:creationId xmlns:a16="http://schemas.microsoft.com/office/drawing/2014/main" id="{5827A7B5-511D-43B7-BA5E-B71B196937E3}"/>
              </a:ext>
            </a:extLst>
          </p:cNvPr>
          <p:cNvSpPr>
            <a:spLocks xmlns:a="http://schemas.openxmlformats.org/drawingml/2006/main" noGrp="1"/>
          </p:cNvSpPr>
          <p:nvPr/>
        </p:nvSpPr>
        <p:spPr>
          <a:xfrm xmlns:a="http://schemas.openxmlformats.org/drawingml/2006/main">
            <a:off x="4448175" y="3914775"/>
            <a:ext cx="69818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5F1E8"/>
                </a:solidFill>
              </a:defRPr>
            </a:defPPr>
            <a:lvl1pPr>
              <a:buNone/>
              <a:defRPr sz="2175" b="0">
                <a:solidFill>
                  <a:srgbClr val="F5F1E8"/>
                </a:solidFill>
              </a:defRPr>
            </a:lvl1pPr>
            <a:lvl2pPr>
              <a:buNone/>
              <a:defRPr sz="2175" b="0">
                <a:solidFill>
                  <a:srgbClr val="F5F1E8"/>
                </a:solidFill>
              </a:defRPr>
            </a:lvl2pPr>
            <a:lvl3pPr>
              <a:buNone/>
              <a:defRPr sz="2175" b="0">
                <a:solidFill>
                  <a:srgbClr val="F5F1E8"/>
                </a:solidFill>
              </a:defRPr>
            </a:lvl3pPr>
            <a:lvl4pPr>
              <a:buNone/>
              <a:defRPr sz="2175" b="0">
                <a:solidFill>
                  <a:srgbClr val="F5F1E8"/>
                </a:solidFill>
              </a:defRPr>
            </a:lvl4pPr>
            <a:lvl5pPr>
              <a:buNone/>
              <a:defRPr sz="2175" b="0">
                <a:solidFill>
                  <a:srgbClr val="F5F1E8"/>
                </a:solidFill>
              </a:defRPr>
            </a:lvl5pPr>
            <a:lvl6pPr>
              <a:buNone/>
              <a:defRPr sz="2175" b="0">
                <a:solidFill>
                  <a:srgbClr val="F5F1E8"/>
                </a:solidFill>
              </a:defRPr>
            </a:lvl6pPr>
            <a:lvl7pPr>
              <a:buNone/>
              <a:defRPr sz="2175" b="0">
                <a:solidFill>
                  <a:srgbClr val="F5F1E8"/>
                </a:solidFill>
              </a:defRPr>
            </a:lvl7pPr>
            <a:lvl8pPr>
              <a:buNone/>
              <a:defRPr sz="2175" b="0">
                <a:solidFill>
                  <a:srgbClr val="F5F1E8"/>
                </a:solidFill>
              </a:defRPr>
            </a:lvl8pPr>
            <a:lvl9pPr>
              <a:buNone/>
              <a:defRPr sz="2175" b="0">
                <a:solidFill>
                  <a:srgbClr val="F5F1E8"/>
                </a:solidFill>
              </a:defRPr>
            </a:lvl9pPr>
          </a:lstStyle>
          <a:p xmlns:a="http://schemas.openxmlformats.org/drawingml/2006/main">
            <a:pPr>
              <a:buNone/>
              <a:defRPr sz="2175" b="0">
                <a:solidFill>
                  <a:srgbClr val="F5F1E8"/>
                </a:solidFill>
              </a:defRPr>
            </a:pPr>
            <a:r>
              <a:rPr sz="2175" b="0">
                <a:solidFill>
                  <a:srgbClr val="F5F1E8"/>
                </a:solidFill>
              </a:rPr>
              <a:t>Inspect proposed tests and generated code.</a:t>
            </a:r>
          </a:p>
        </p:txBody>
      </p:sp>
      <p:sp>
        <p:nvSpPr>
          <p:cNvPr id="12" name="">
            <a:extLst xmlns:a="http://schemas.openxmlformats.org/drawingml/2006/main">
              <a:ext uri="{FF2B5EF4-FFF2-40B4-BE49-F238E27FC236}">
                <a16:creationId xmlns:a16="http://schemas.microsoft.com/office/drawing/2014/main" id="{B6468506-18F3-4580-807D-806CD535E499}"/>
              </a:ext>
            </a:extLst>
          </p:cNvPr>
          <p:cNvSpPr>
            <a:spLocks xmlns:a="http://schemas.openxmlformats.org/drawingml/2006/main" noGrp="1"/>
          </p:cNvSpPr>
          <p:nvPr/>
        </p:nvSpPr>
        <p:spPr>
          <a:xfrm xmlns:a="http://schemas.openxmlformats.org/drawingml/2006/main">
            <a:off x="742950" y="4619625"/>
            <a:ext cx="80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A4E4BC"/>
                </a:solidFill>
              </a:defRPr>
            </a:defPPr>
            <a:lvl1pPr>
              <a:buNone/>
              <a:defRPr sz="2325" b="1">
                <a:solidFill>
                  <a:srgbClr val="A4E4BC"/>
                </a:solidFill>
              </a:defRPr>
            </a:lvl1pPr>
            <a:lvl2pPr>
              <a:buNone/>
              <a:defRPr sz="2325" b="1">
                <a:solidFill>
                  <a:srgbClr val="A4E4BC"/>
                </a:solidFill>
              </a:defRPr>
            </a:lvl2pPr>
            <a:lvl3pPr>
              <a:buNone/>
              <a:defRPr sz="2325" b="1">
                <a:solidFill>
                  <a:srgbClr val="A4E4BC"/>
                </a:solidFill>
              </a:defRPr>
            </a:lvl3pPr>
            <a:lvl4pPr>
              <a:buNone/>
              <a:defRPr sz="2325" b="1">
                <a:solidFill>
                  <a:srgbClr val="A4E4BC"/>
                </a:solidFill>
              </a:defRPr>
            </a:lvl4pPr>
            <a:lvl5pPr>
              <a:buNone/>
              <a:defRPr sz="2325" b="1">
                <a:solidFill>
                  <a:srgbClr val="A4E4BC"/>
                </a:solidFill>
              </a:defRPr>
            </a:lvl5pPr>
            <a:lvl6pPr>
              <a:buNone/>
              <a:defRPr sz="2325" b="1">
                <a:solidFill>
                  <a:srgbClr val="A4E4BC"/>
                </a:solidFill>
              </a:defRPr>
            </a:lvl6pPr>
            <a:lvl7pPr>
              <a:buNone/>
              <a:defRPr sz="2325" b="1">
                <a:solidFill>
                  <a:srgbClr val="A4E4BC"/>
                </a:solidFill>
              </a:defRPr>
            </a:lvl7pPr>
            <a:lvl8pPr>
              <a:buNone/>
              <a:defRPr sz="2325" b="1">
                <a:solidFill>
                  <a:srgbClr val="A4E4BC"/>
                </a:solidFill>
              </a:defRPr>
            </a:lvl8pPr>
            <a:lvl9pPr>
              <a:buNone/>
              <a:defRPr sz="2325" b="1">
                <a:solidFill>
                  <a:srgbClr val="A4E4BC"/>
                </a:solidFill>
              </a:defRPr>
            </a:lvl9pPr>
          </a:lstStyle>
          <a:p xmlns:a="http://schemas.openxmlformats.org/drawingml/2006/main">
            <a:pPr>
              <a:buNone/>
              <a:defRPr sz="2325" b="1">
                <a:solidFill>
                  <a:srgbClr val="A4E4BC"/>
                </a:solidFill>
              </a:defRPr>
            </a:pPr>
            <a:r>
              <a:rPr sz="2325" b="1">
                <a:solidFill>
                  <a:srgbClr val="A4E4BC"/>
                </a:solidFill>
              </a:rPr>
              <a:t>04</a:t>
            </a:r>
          </a:p>
        </p:txBody>
      </p:sp>
      <p:sp>
        <p:nvSpPr>
          <p:cNvPr id="13" name="">
            <a:extLst xmlns:a="http://schemas.openxmlformats.org/drawingml/2006/main">
              <a:ext uri="{FF2B5EF4-FFF2-40B4-BE49-F238E27FC236}">
                <a16:creationId xmlns:a16="http://schemas.microsoft.com/office/drawing/2014/main" id="{5F80AB7B-5CDE-4B34-9682-3D430FEAB052}"/>
              </a:ext>
            </a:extLst>
          </p:cNvPr>
          <p:cNvSpPr>
            <a:spLocks xmlns:a="http://schemas.openxmlformats.org/drawingml/2006/main" noGrp="1"/>
          </p:cNvSpPr>
          <p:nvPr/>
        </p:nvSpPr>
        <p:spPr>
          <a:xfrm xmlns:a="http://schemas.openxmlformats.org/drawingml/2006/main">
            <a:off x="1885950" y="4619625"/>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F5F1E8"/>
                </a:solidFill>
              </a:defRPr>
            </a:defPPr>
            <a:lvl1pPr>
              <a:buNone/>
              <a:defRPr sz="2475" b="1">
                <a:solidFill>
                  <a:srgbClr val="F5F1E8"/>
                </a:solidFill>
              </a:defRPr>
            </a:lvl1pPr>
            <a:lvl2pPr>
              <a:buNone/>
              <a:defRPr sz="2475" b="1">
                <a:solidFill>
                  <a:srgbClr val="F5F1E8"/>
                </a:solidFill>
              </a:defRPr>
            </a:lvl2pPr>
            <a:lvl3pPr>
              <a:buNone/>
              <a:defRPr sz="2475" b="1">
                <a:solidFill>
                  <a:srgbClr val="F5F1E8"/>
                </a:solidFill>
              </a:defRPr>
            </a:lvl3pPr>
            <a:lvl4pPr>
              <a:buNone/>
              <a:defRPr sz="2475" b="1">
                <a:solidFill>
                  <a:srgbClr val="F5F1E8"/>
                </a:solidFill>
              </a:defRPr>
            </a:lvl4pPr>
            <a:lvl5pPr>
              <a:buNone/>
              <a:defRPr sz="2475" b="1">
                <a:solidFill>
                  <a:srgbClr val="F5F1E8"/>
                </a:solidFill>
              </a:defRPr>
            </a:lvl5pPr>
            <a:lvl6pPr>
              <a:buNone/>
              <a:defRPr sz="2475" b="1">
                <a:solidFill>
                  <a:srgbClr val="F5F1E8"/>
                </a:solidFill>
              </a:defRPr>
            </a:lvl6pPr>
            <a:lvl7pPr>
              <a:buNone/>
              <a:defRPr sz="2475" b="1">
                <a:solidFill>
                  <a:srgbClr val="F5F1E8"/>
                </a:solidFill>
              </a:defRPr>
            </a:lvl7pPr>
            <a:lvl8pPr>
              <a:buNone/>
              <a:defRPr sz="2475" b="1">
                <a:solidFill>
                  <a:srgbClr val="F5F1E8"/>
                </a:solidFill>
              </a:defRPr>
            </a:lvl8pPr>
            <a:lvl9pPr>
              <a:buNone/>
              <a:defRPr sz="2475" b="1">
                <a:solidFill>
                  <a:srgbClr val="F5F1E8"/>
                </a:solidFill>
              </a:defRPr>
            </a:lvl9pPr>
          </a:lstStyle>
          <a:p xmlns:a="http://schemas.openxmlformats.org/drawingml/2006/main">
            <a:pPr>
              <a:buNone/>
              <a:defRPr sz="2475" b="1">
                <a:solidFill>
                  <a:srgbClr val="F5F1E8"/>
                </a:solidFill>
              </a:defRPr>
            </a:pPr>
            <a:r>
              <a:rPr sz="2475" b="1">
                <a:solidFill>
                  <a:srgbClr val="F5F1E8"/>
                </a:solidFill>
              </a:rPr>
              <a:t>Run</a:t>
            </a:r>
          </a:p>
        </p:txBody>
      </p:sp>
      <p:sp>
        <p:nvSpPr>
          <p:cNvPr id="14" name="">
            <a:extLst xmlns:a="http://schemas.openxmlformats.org/drawingml/2006/main">
              <a:ext uri="{FF2B5EF4-FFF2-40B4-BE49-F238E27FC236}">
                <a16:creationId xmlns:a16="http://schemas.microsoft.com/office/drawing/2014/main" id="{081D2B3A-663F-4D39-8028-C3012AD8AC47}"/>
              </a:ext>
            </a:extLst>
          </p:cNvPr>
          <p:cNvSpPr>
            <a:spLocks xmlns:a="http://schemas.openxmlformats.org/drawingml/2006/main" noGrp="1"/>
          </p:cNvSpPr>
          <p:nvPr/>
        </p:nvSpPr>
        <p:spPr>
          <a:xfrm xmlns:a="http://schemas.openxmlformats.org/drawingml/2006/main">
            <a:off x="4448175" y="4657725"/>
            <a:ext cx="69818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5F1E8"/>
                </a:solidFill>
              </a:defRPr>
            </a:defPPr>
            <a:lvl1pPr>
              <a:buNone/>
              <a:defRPr sz="2175" b="0">
                <a:solidFill>
                  <a:srgbClr val="F5F1E8"/>
                </a:solidFill>
              </a:defRPr>
            </a:lvl1pPr>
            <a:lvl2pPr>
              <a:buNone/>
              <a:defRPr sz="2175" b="0">
                <a:solidFill>
                  <a:srgbClr val="F5F1E8"/>
                </a:solidFill>
              </a:defRPr>
            </a:lvl2pPr>
            <a:lvl3pPr>
              <a:buNone/>
              <a:defRPr sz="2175" b="0">
                <a:solidFill>
                  <a:srgbClr val="F5F1E8"/>
                </a:solidFill>
              </a:defRPr>
            </a:lvl3pPr>
            <a:lvl4pPr>
              <a:buNone/>
              <a:defRPr sz="2175" b="0">
                <a:solidFill>
                  <a:srgbClr val="F5F1E8"/>
                </a:solidFill>
              </a:defRPr>
            </a:lvl4pPr>
            <a:lvl5pPr>
              <a:buNone/>
              <a:defRPr sz="2175" b="0">
                <a:solidFill>
                  <a:srgbClr val="F5F1E8"/>
                </a:solidFill>
              </a:defRPr>
            </a:lvl5pPr>
            <a:lvl6pPr>
              <a:buNone/>
              <a:defRPr sz="2175" b="0">
                <a:solidFill>
                  <a:srgbClr val="F5F1E8"/>
                </a:solidFill>
              </a:defRPr>
            </a:lvl6pPr>
            <a:lvl7pPr>
              <a:buNone/>
              <a:defRPr sz="2175" b="0">
                <a:solidFill>
                  <a:srgbClr val="F5F1E8"/>
                </a:solidFill>
              </a:defRPr>
            </a:lvl7pPr>
            <a:lvl8pPr>
              <a:buNone/>
              <a:defRPr sz="2175" b="0">
                <a:solidFill>
                  <a:srgbClr val="F5F1E8"/>
                </a:solidFill>
              </a:defRPr>
            </a:lvl8pPr>
            <a:lvl9pPr>
              <a:buNone/>
              <a:defRPr sz="2175" b="0">
                <a:solidFill>
                  <a:srgbClr val="F5F1E8"/>
                </a:solidFill>
              </a:defRPr>
            </a:lvl9pPr>
          </a:lstStyle>
          <a:p xmlns:a="http://schemas.openxmlformats.org/drawingml/2006/main">
            <a:pPr>
              <a:buNone/>
              <a:defRPr sz="2175" b="0">
                <a:solidFill>
                  <a:srgbClr val="F5F1E8"/>
                </a:solidFill>
              </a:defRPr>
            </a:pPr>
            <a:r>
              <a:rPr sz="2175" b="0">
                <a:solidFill>
                  <a:srgbClr val="F5F1E8"/>
                </a:solidFill>
              </a:rPr>
              <a:t>Approve selected cases, then start the sandbox.</a:t>
            </a:r>
          </a:p>
        </p:txBody>
      </p:sp>
      <p:sp>
        <p:nvSpPr>
          <p:cNvPr id="15" name="">
            <a:extLst xmlns:a="http://schemas.openxmlformats.org/drawingml/2006/main">
              <a:ext uri="{FF2B5EF4-FFF2-40B4-BE49-F238E27FC236}">
                <a16:creationId xmlns:a16="http://schemas.microsoft.com/office/drawing/2014/main" id="{ACED949E-73C8-446E-8A86-DF5694965358}"/>
              </a:ext>
            </a:extLst>
          </p:cNvPr>
          <p:cNvSpPr>
            <a:spLocks xmlns:a="http://schemas.openxmlformats.org/drawingml/2006/main" noGrp="1"/>
          </p:cNvSpPr>
          <p:nvPr/>
        </p:nvSpPr>
        <p:spPr>
          <a:xfrm xmlns:a="http://schemas.openxmlformats.org/drawingml/2006/main">
            <a:off x="742950" y="5362575"/>
            <a:ext cx="80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A4E4BC"/>
                </a:solidFill>
              </a:defRPr>
            </a:defPPr>
            <a:lvl1pPr>
              <a:buNone/>
              <a:defRPr sz="2325" b="1">
                <a:solidFill>
                  <a:srgbClr val="A4E4BC"/>
                </a:solidFill>
              </a:defRPr>
            </a:lvl1pPr>
            <a:lvl2pPr>
              <a:buNone/>
              <a:defRPr sz="2325" b="1">
                <a:solidFill>
                  <a:srgbClr val="A4E4BC"/>
                </a:solidFill>
              </a:defRPr>
            </a:lvl2pPr>
            <a:lvl3pPr>
              <a:buNone/>
              <a:defRPr sz="2325" b="1">
                <a:solidFill>
                  <a:srgbClr val="A4E4BC"/>
                </a:solidFill>
              </a:defRPr>
            </a:lvl3pPr>
            <a:lvl4pPr>
              <a:buNone/>
              <a:defRPr sz="2325" b="1">
                <a:solidFill>
                  <a:srgbClr val="A4E4BC"/>
                </a:solidFill>
              </a:defRPr>
            </a:lvl4pPr>
            <a:lvl5pPr>
              <a:buNone/>
              <a:defRPr sz="2325" b="1">
                <a:solidFill>
                  <a:srgbClr val="A4E4BC"/>
                </a:solidFill>
              </a:defRPr>
            </a:lvl5pPr>
            <a:lvl6pPr>
              <a:buNone/>
              <a:defRPr sz="2325" b="1">
                <a:solidFill>
                  <a:srgbClr val="A4E4BC"/>
                </a:solidFill>
              </a:defRPr>
            </a:lvl6pPr>
            <a:lvl7pPr>
              <a:buNone/>
              <a:defRPr sz="2325" b="1">
                <a:solidFill>
                  <a:srgbClr val="A4E4BC"/>
                </a:solidFill>
              </a:defRPr>
            </a:lvl7pPr>
            <a:lvl8pPr>
              <a:buNone/>
              <a:defRPr sz="2325" b="1">
                <a:solidFill>
                  <a:srgbClr val="A4E4BC"/>
                </a:solidFill>
              </a:defRPr>
            </a:lvl8pPr>
            <a:lvl9pPr>
              <a:buNone/>
              <a:defRPr sz="2325" b="1">
                <a:solidFill>
                  <a:srgbClr val="A4E4BC"/>
                </a:solidFill>
              </a:defRPr>
            </a:lvl9pPr>
          </a:lstStyle>
          <a:p xmlns:a="http://schemas.openxmlformats.org/drawingml/2006/main">
            <a:pPr>
              <a:buNone/>
              <a:defRPr sz="2325" b="1">
                <a:solidFill>
                  <a:srgbClr val="A4E4BC"/>
                </a:solidFill>
              </a:defRPr>
            </a:pPr>
            <a:r>
              <a:rPr sz="2325" b="1">
                <a:solidFill>
                  <a:srgbClr val="A4E4BC"/>
                </a:solidFill>
              </a:rPr>
              <a:t>05</a:t>
            </a:r>
          </a:p>
        </p:txBody>
      </p:sp>
      <p:sp>
        <p:nvSpPr>
          <p:cNvPr id="16" name="">
            <a:extLst xmlns:a="http://schemas.openxmlformats.org/drawingml/2006/main">
              <a:ext uri="{FF2B5EF4-FFF2-40B4-BE49-F238E27FC236}">
                <a16:creationId xmlns:a16="http://schemas.microsoft.com/office/drawing/2014/main" id="{80B47319-D398-41CE-97A7-FD08A4194AFC}"/>
              </a:ext>
            </a:extLst>
          </p:cNvPr>
          <p:cNvSpPr>
            <a:spLocks xmlns:a="http://schemas.openxmlformats.org/drawingml/2006/main" noGrp="1"/>
          </p:cNvSpPr>
          <p:nvPr/>
        </p:nvSpPr>
        <p:spPr>
          <a:xfrm xmlns:a="http://schemas.openxmlformats.org/drawingml/2006/main">
            <a:off x="1885950" y="5362575"/>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F5F1E8"/>
                </a:solidFill>
              </a:defRPr>
            </a:defPPr>
            <a:lvl1pPr>
              <a:buNone/>
              <a:defRPr sz="2475" b="1">
                <a:solidFill>
                  <a:srgbClr val="F5F1E8"/>
                </a:solidFill>
              </a:defRPr>
            </a:lvl1pPr>
            <a:lvl2pPr>
              <a:buNone/>
              <a:defRPr sz="2475" b="1">
                <a:solidFill>
                  <a:srgbClr val="F5F1E8"/>
                </a:solidFill>
              </a:defRPr>
            </a:lvl2pPr>
            <a:lvl3pPr>
              <a:buNone/>
              <a:defRPr sz="2475" b="1">
                <a:solidFill>
                  <a:srgbClr val="F5F1E8"/>
                </a:solidFill>
              </a:defRPr>
            </a:lvl3pPr>
            <a:lvl4pPr>
              <a:buNone/>
              <a:defRPr sz="2475" b="1">
                <a:solidFill>
                  <a:srgbClr val="F5F1E8"/>
                </a:solidFill>
              </a:defRPr>
            </a:lvl4pPr>
            <a:lvl5pPr>
              <a:buNone/>
              <a:defRPr sz="2475" b="1">
                <a:solidFill>
                  <a:srgbClr val="F5F1E8"/>
                </a:solidFill>
              </a:defRPr>
            </a:lvl5pPr>
            <a:lvl6pPr>
              <a:buNone/>
              <a:defRPr sz="2475" b="1">
                <a:solidFill>
                  <a:srgbClr val="F5F1E8"/>
                </a:solidFill>
              </a:defRPr>
            </a:lvl6pPr>
            <a:lvl7pPr>
              <a:buNone/>
              <a:defRPr sz="2475" b="1">
                <a:solidFill>
                  <a:srgbClr val="F5F1E8"/>
                </a:solidFill>
              </a:defRPr>
            </a:lvl7pPr>
            <a:lvl8pPr>
              <a:buNone/>
              <a:defRPr sz="2475" b="1">
                <a:solidFill>
                  <a:srgbClr val="F5F1E8"/>
                </a:solidFill>
              </a:defRPr>
            </a:lvl8pPr>
            <a:lvl9pPr>
              <a:buNone/>
              <a:defRPr sz="2475" b="1">
                <a:solidFill>
                  <a:srgbClr val="F5F1E8"/>
                </a:solidFill>
              </a:defRPr>
            </a:lvl9pPr>
          </a:lstStyle>
          <a:p xmlns:a="http://schemas.openxmlformats.org/drawingml/2006/main">
            <a:pPr>
              <a:buNone/>
              <a:defRPr sz="2475" b="1">
                <a:solidFill>
                  <a:srgbClr val="F5F1E8"/>
                </a:solidFill>
              </a:defRPr>
            </a:pPr>
            <a:r>
              <a:rPr sz="2475" b="1">
                <a:solidFill>
                  <a:srgbClr val="F5F1E8"/>
                </a:solidFill>
              </a:rPr>
              <a:t>Explain</a:t>
            </a:r>
          </a:p>
        </p:txBody>
      </p:sp>
      <p:sp>
        <p:nvSpPr>
          <p:cNvPr id="17" name="">
            <a:extLst xmlns:a="http://schemas.openxmlformats.org/drawingml/2006/main">
              <a:ext uri="{FF2B5EF4-FFF2-40B4-BE49-F238E27FC236}">
                <a16:creationId xmlns:a16="http://schemas.microsoft.com/office/drawing/2014/main" id="{CF5408AD-EBA4-4C86-B35F-6B54864DA417}"/>
              </a:ext>
            </a:extLst>
          </p:cNvPr>
          <p:cNvSpPr>
            <a:spLocks xmlns:a="http://schemas.openxmlformats.org/drawingml/2006/main" noGrp="1"/>
          </p:cNvSpPr>
          <p:nvPr/>
        </p:nvSpPr>
        <p:spPr>
          <a:xfrm xmlns:a="http://schemas.openxmlformats.org/drawingml/2006/main">
            <a:off x="4448175" y="5400675"/>
            <a:ext cx="69818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5F1E8"/>
                </a:solidFill>
              </a:defRPr>
            </a:defPPr>
            <a:lvl1pPr>
              <a:buNone/>
              <a:defRPr sz="2175" b="0">
                <a:solidFill>
                  <a:srgbClr val="F5F1E8"/>
                </a:solidFill>
              </a:defRPr>
            </a:lvl1pPr>
            <a:lvl2pPr>
              <a:buNone/>
              <a:defRPr sz="2175" b="0">
                <a:solidFill>
                  <a:srgbClr val="F5F1E8"/>
                </a:solidFill>
              </a:defRPr>
            </a:lvl2pPr>
            <a:lvl3pPr>
              <a:buNone/>
              <a:defRPr sz="2175" b="0">
                <a:solidFill>
                  <a:srgbClr val="F5F1E8"/>
                </a:solidFill>
              </a:defRPr>
            </a:lvl3pPr>
            <a:lvl4pPr>
              <a:buNone/>
              <a:defRPr sz="2175" b="0">
                <a:solidFill>
                  <a:srgbClr val="F5F1E8"/>
                </a:solidFill>
              </a:defRPr>
            </a:lvl4pPr>
            <a:lvl5pPr>
              <a:buNone/>
              <a:defRPr sz="2175" b="0">
                <a:solidFill>
                  <a:srgbClr val="F5F1E8"/>
                </a:solidFill>
              </a:defRPr>
            </a:lvl5pPr>
            <a:lvl6pPr>
              <a:buNone/>
              <a:defRPr sz="2175" b="0">
                <a:solidFill>
                  <a:srgbClr val="F5F1E8"/>
                </a:solidFill>
              </a:defRPr>
            </a:lvl6pPr>
            <a:lvl7pPr>
              <a:buNone/>
              <a:defRPr sz="2175" b="0">
                <a:solidFill>
                  <a:srgbClr val="F5F1E8"/>
                </a:solidFill>
              </a:defRPr>
            </a:lvl7pPr>
            <a:lvl8pPr>
              <a:buNone/>
              <a:defRPr sz="2175" b="0">
                <a:solidFill>
                  <a:srgbClr val="F5F1E8"/>
                </a:solidFill>
              </a:defRPr>
            </a:lvl8pPr>
            <a:lvl9pPr>
              <a:buNone/>
              <a:defRPr sz="2175" b="0">
                <a:solidFill>
                  <a:srgbClr val="F5F1E8"/>
                </a:solidFill>
              </a:defRPr>
            </a:lvl9pPr>
          </a:lstStyle>
          <a:p xmlns:a="http://schemas.openxmlformats.org/drawingml/2006/main">
            <a:pPr>
              <a:buNone/>
              <a:defRPr sz="2175" b="0">
                <a:solidFill>
                  <a:srgbClr val="F5F1E8"/>
                </a:solidFill>
              </a:defRPr>
            </a:pPr>
            <a:r>
              <a:rPr sz="2175" b="0">
                <a:solidFill>
                  <a:srgbClr val="F5F1E8"/>
                </a:solidFill>
              </a:rPr>
              <a:t>Inspect results and prepare a local draft.</a:t>
            </a:r>
          </a:p>
        </p:txBody>
      </p:sp>
    </p:spTree>
    <p:extLst>
      <p:ext uri="{BB962C8B-B14F-4D97-AF65-F5344CB8AC3E}">
        <p14:creationId xmlns:p14="http://schemas.microsoft.com/office/powerpoint/2010/main" val="358674034"/>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60CB53D-4378-4CDB-AC93-958FC2291B73}"/>
              </a:ext>
            </a:extLst>
          </p:cNvPr>
          <p:cNvSpPr>
            <a:spLocks xmlns:a="http://schemas.openxmlformats.org/drawingml/2006/main" noGrp="1"/>
          </p:cNvSpPr>
          <p:nvPr/>
        </p:nvSpPr>
        <p:spPr>
          <a:xfrm xmlns:a="http://schemas.openxmlformats.org/drawingml/2006/main">
            <a:off x="723900" y="438150"/>
            <a:ext cx="1074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496170"/>
                </a:solidFill>
              </a:defRPr>
            </a:defPPr>
            <a:lvl1pPr>
              <a:buNone/>
              <a:defRPr sz="1350" b="1">
                <a:solidFill>
                  <a:srgbClr val="496170"/>
                </a:solidFill>
              </a:defRPr>
            </a:lvl1pPr>
            <a:lvl2pPr>
              <a:buNone/>
              <a:defRPr sz="1350" b="1">
                <a:solidFill>
                  <a:srgbClr val="496170"/>
                </a:solidFill>
              </a:defRPr>
            </a:lvl2pPr>
            <a:lvl3pPr>
              <a:buNone/>
              <a:defRPr sz="1350" b="1">
                <a:solidFill>
                  <a:srgbClr val="496170"/>
                </a:solidFill>
              </a:defRPr>
            </a:lvl3pPr>
            <a:lvl4pPr>
              <a:buNone/>
              <a:defRPr sz="1350" b="1">
                <a:solidFill>
                  <a:srgbClr val="496170"/>
                </a:solidFill>
              </a:defRPr>
            </a:lvl4pPr>
            <a:lvl5pPr>
              <a:buNone/>
              <a:defRPr sz="1350" b="1">
                <a:solidFill>
                  <a:srgbClr val="496170"/>
                </a:solidFill>
              </a:defRPr>
            </a:lvl5pPr>
            <a:lvl6pPr>
              <a:buNone/>
              <a:defRPr sz="1350" b="1">
                <a:solidFill>
                  <a:srgbClr val="496170"/>
                </a:solidFill>
              </a:defRPr>
            </a:lvl6pPr>
            <a:lvl7pPr>
              <a:buNone/>
              <a:defRPr sz="1350" b="1">
                <a:solidFill>
                  <a:srgbClr val="496170"/>
                </a:solidFill>
              </a:defRPr>
            </a:lvl7pPr>
            <a:lvl8pPr>
              <a:buNone/>
              <a:defRPr sz="1350" b="1">
                <a:solidFill>
                  <a:srgbClr val="496170"/>
                </a:solidFill>
              </a:defRPr>
            </a:lvl8pPr>
            <a:lvl9pPr>
              <a:buNone/>
              <a:defRPr sz="1350" b="1">
                <a:solidFill>
                  <a:srgbClr val="496170"/>
                </a:solidFill>
              </a:defRPr>
            </a:lvl9pPr>
          </a:lstStyle>
          <a:p xmlns:a="http://schemas.openxmlformats.org/drawingml/2006/main">
            <a:pPr>
              <a:buNone/>
              <a:defRPr sz="1350" b="1">
                <a:solidFill>
                  <a:srgbClr val="496170"/>
                </a:solidFill>
              </a:defRPr>
            </a:pPr>
            <a:r>
              <a:rPr sz="1350" b="1">
                <a:solidFill>
                  <a:srgbClr val="496170"/>
                </a:solidFill>
              </a:rPr>
              <a:t>SYSTEM ARCHITECTURE</a:t>
            </a:r>
          </a:p>
        </p:txBody>
      </p:sp>
      <p:sp>
        <p:nvSpPr>
          <p:cNvPr id="2" name="">
            <a:extLst xmlns:a="http://schemas.openxmlformats.org/drawingml/2006/main">
              <a:ext uri="{FF2B5EF4-FFF2-40B4-BE49-F238E27FC236}">
                <a16:creationId xmlns:a16="http://schemas.microsoft.com/office/drawing/2014/main" id="{BDEEEF72-DE69-419A-912D-FECAB653041B}"/>
              </a:ext>
            </a:extLst>
          </p:cNvPr>
          <p:cNvSpPr>
            <a:spLocks xmlns:a="http://schemas.openxmlformats.org/drawingml/2006/main" noGrp="1"/>
          </p:cNvSpPr>
          <p:nvPr/>
        </p:nvSpPr>
        <p:spPr>
          <a:xfrm xmlns:a="http://schemas.openxmlformats.org/drawingml/2006/main">
            <a:off x="723900" y="866775"/>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53143"/>
                </a:solidFill>
              </a:defRPr>
            </a:defPPr>
            <a:lvl1pPr>
              <a:buNone/>
              <a:defRPr sz="3600" b="1">
                <a:solidFill>
                  <a:srgbClr val="153143"/>
                </a:solidFill>
              </a:defRPr>
            </a:lvl1pPr>
            <a:lvl2pPr>
              <a:buNone/>
              <a:defRPr sz="3600" b="1">
                <a:solidFill>
                  <a:srgbClr val="153143"/>
                </a:solidFill>
              </a:defRPr>
            </a:lvl2pPr>
            <a:lvl3pPr>
              <a:buNone/>
              <a:defRPr sz="3600" b="1">
                <a:solidFill>
                  <a:srgbClr val="153143"/>
                </a:solidFill>
              </a:defRPr>
            </a:lvl3pPr>
            <a:lvl4pPr>
              <a:buNone/>
              <a:defRPr sz="3600" b="1">
                <a:solidFill>
                  <a:srgbClr val="153143"/>
                </a:solidFill>
              </a:defRPr>
            </a:lvl4pPr>
            <a:lvl5pPr>
              <a:buNone/>
              <a:defRPr sz="3600" b="1">
                <a:solidFill>
                  <a:srgbClr val="153143"/>
                </a:solidFill>
              </a:defRPr>
            </a:lvl5pPr>
            <a:lvl6pPr>
              <a:buNone/>
              <a:defRPr sz="3600" b="1">
                <a:solidFill>
                  <a:srgbClr val="153143"/>
                </a:solidFill>
              </a:defRPr>
            </a:lvl6pPr>
            <a:lvl7pPr>
              <a:buNone/>
              <a:defRPr sz="3600" b="1">
                <a:solidFill>
                  <a:srgbClr val="153143"/>
                </a:solidFill>
              </a:defRPr>
            </a:lvl7pPr>
            <a:lvl8pPr>
              <a:buNone/>
              <a:defRPr sz="3600" b="1">
                <a:solidFill>
                  <a:srgbClr val="153143"/>
                </a:solidFill>
              </a:defRPr>
            </a:lvl8pPr>
            <a:lvl9pPr>
              <a:buNone/>
              <a:defRPr sz="3600" b="1">
                <a:solidFill>
                  <a:srgbClr val="153143"/>
                </a:solidFill>
              </a:defRPr>
            </a:lvl9pPr>
          </a:lstStyle>
          <a:p xmlns:a="http://schemas.openxmlformats.org/drawingml/2006/main">
            <a:pPr>
              <a:buNone/>
              <a:defRPr sz="3600" b="1">
                <a:solidFill>
                  <a:srgbClr val="153143"/>
                </a:solidFill>
              </a:defRPr>
            </a:pPr>
            <a:r>
              <a:rPr sz="3600" b="1">
                <a:solidFill>
                  <a:srgbClr val="153143"/>
                </a:solidFill>
              </a:rPr>
              <a:t>Local control. Bounded cloud reasoning.</a:t>
            </a:r>
          </a:p>
        </p:txBody>
      </p:sp>
      <p:pic>
        <p:nvPicPr>
          <p:cNvPr id="3" name="">
            <a:extLst xmlns:a="http://schemas.openxmlformats.org/drawingml/2006/main">
              <a:ext uri="{FF2B5EF4-FFF2-40B4-BE49-F238E27FC236}">
                <a16:creationId xmlns:a16="http://schemas.microsoft.com/office/drawing/2014/main" id="{E37090BD-41E4-41E0-B615-4A7FD108532F}"/>
              </a:ext>
            </a:extLst>
          </p:cNvPr>
          <p:cNvPicPr>
            <a:picLocks xmlns:a="http://schemas.openxmlformats.org/drawingml/2006/main" noChangeAspect="1"/>
          </p:cNvPicPr>
          <p:nvPr/>
        </p:nvPicPr>
        <p:blipFill>
          <a:blip xmlns:r="http://schemas.openxmlformats.org/officeDocument/2006/relationships" xmlns:a="http://schemas.openxmlformats.org/drawingml/2006/main" r:embed="R8a36b7ff58c448e8"/>
          <a:stretch xmlns:a="http://schemas.openxmlformats.org/drawingml/2006/main"/>
        </p:blipFill>
        <p:spPr>
          <a:xfrm xmlns:a="http://schemas.openxmlformats.org/drawingml/2006/main">
            <a:off x="1972733" y="1743075"/>
            <a:ext cx="8246533" cy="4638675"/>
          </a:xfrm>
          <a:prstGeom xmlns:a="http://schemas.openxmlformats.org/drawingml/2006/main" prst="rect">
            <a:avLst/>
          </a:prstGeom>
        </p:spPr>
      </p:pic>
    </p:spTree>
    <p:extLst>
      <p:ext uri="{BB962C8B-B14F-4D97-AF65-F5344CB8AC3E}">
        <p14:creationId xmlns:p14="http://schemas.microsoft.com/office/powerpoint/2010/main" val="785740014"/>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E0D439-CD8C-4242-93B0-A0EE302C368A}"/>
              </a:ext>
            </a:extLst>
          </p:cNvPr>
          <p:cNvSpPr>
            <a:spLocks xmlns:a="http://schemas.openxmlformats.org/drawingml/2006/main" noGrp="1"/>
          </p:cNvSpPr>
          <p:nvPr/>
        </p:nvSpPr>
        <p:spPr>
          <a:xfrm xmlns:a="http://schemas.openxmlformats.org/drawingml/2006/main">
            <a:off x="723900" y="438150"/>
            <a:ext cx="1074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496170"/>
                </a:solidFill>
              </a:defRPr>
            </a:defPPr>
            <a:lvl1pPr>
              <a:buNone/>
              <a:defRPr sz="1350" b="1">
                <a:solidFill>
                  <a:srgbClr val="496170"/>
                </a:solidFill>
              </a:defRPr>
            </a:lvl1pPr>
            <a:lvl2pPr>
              <a:buNone/>
              <a:defRPr sz="1350" b="1">
                <a:solidFill>
                  <a:srgbClr val="496170"/>
                </a:solidFill>
              </a:defRPr>
            </a:lvl2pPr>
            <a:lvl3pPr>
              <a:buNone/>
              <a:defRPr sz="1350" b="1">
                <a:solidFill>
                  <a:srgbClr val="496170"/>
                </a:solidFill>
              </a:defRPr>
            </a:lvl3pPr>
            <a:lvl4pPr>
              <a:buNone/>
              <a:defRPr sz="1350" b="1">
                <a:solidFill>
                  <a:srgbClr val="496170"/>
                </a:solidFill>
              </a:defRPr>
            </a:lvl4pPr>
            <a:lvl5pPr>
              <a:buNone/>
              <a:defRPr sz="1350" b="1">
                <a:solidFill>
                  <a:srgbClr val="496170"/>
                </a:solidFill>
              </a:defRPr>
            </a:lvl5pPr>
            <a:lvl6pPr>
              <a:buNone/>
              <a:defRPr sz="1350" b="1">
                <a:solidFill>
                  <a:srgbClr val="496170"/>
                </a:solidFill>
              </a:defRPr>
            </a:lvl6pPr>
            <a:lvl7pPr>
              <a:buNone/>
              <a:defRPr sz="1350" b="1">
                <a:solidFill>
                  <a:srgbClr val="496170"/>
                </a:solidFill>
              </a:defRPr>
            </a:lvl7pPr>
            <a:lvl8pPr>
              <a:buNone/>
              <a:defRPr sz="1350" b="1">
                <a:solidFill>
                  <a:srgbClr val="496170"/>
                </a:solidFill>
              </a:defRPr>
            </a:lvl8pPr>
            <a:lvl9pPr>
              <a:buNone/>
              <a:defRPr sz="1350" b="1">
                <a:solidFill>
                  <a:srgbClr val="496170"/>
                </a:solidFill>
              </a:defRPr>
            </a:lvl9pPr>
          </a:lstStyle>
          <a:p xmlns:a="http://schemas.openxmlformats.org/drawingml/2006/main">
            <a:pPr>
              <a:buNone/>
              <a:defRPr sz="1350" b="1">
                <a:solidFill>
                  <a:srgbClr val="496170"/>
                </a:solidFill>
              </a:defRPr>
            </a:pPr>
            <a:r>
              <a:rPr sz="1350" b="1">
                <a:solidFill>
                  <a:srgbClr val="496170"/>
                </a:solidFill>
              </a:rPr>
              <a:t>MODEL BASELINE</a:t>
            </a:r>
          </a:p>
        </p:txBody>
      </p:sp>
      <p:sp>
        <p:nvSpPr>
          <p:cNvPr id="2" name="">
            <a:extLst xmlns:a="http://schemas.openxmlformats.org/drawingml/2006/main">
              <a:ext uri="{FF2B5EF4-FFF2-40B4-BE49-F238E27FC236}">
                <a16:creationId xmlns:a16="http://schemas.microsoft.com/office/drawing/2014/main" id="{51D2F0ED-8988-4E3B-B914-3D4069D47161}"/>
              </a:ext>
            </a:extLst>
          </p:cNvPr>
          <p:cNvSpPr>
            <a:spLocks xmlns:a="http://schemas.openxmlformats.org/drawingml/2006/main" noGrp="1"/>
          </p:cNvSpPr>
          <p:nvPr/>
        </p:nvSpPr>
        <p:spPr>
          <a:xfrm xmlns:a="http://schemas.openxmlformats.org/drawingml/2006/main">
            <a:off x="723900" y="1076325"/>
            <a:ext cx="4857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53143"/>
                </a:solidFill>
              </a:defRPr>
            </a:defPPr>
            <a:lvl1pPr>
              <a:buNone/>
              <a:defRPr sz="4050" b="1">
                <a:solidFill>
                  <a:srgbClr val="153143"/>
                </a:solidFill>
              </a:defRPr>
            </a:lvl1pPr>
            <a:lvl2pPr>
              <a:buNone/>
              <a:defRPr sz="4050" b="1">
                <a:solidFill>
                  <a:srgbClr val="153143"/>
                </a:solidFill>
              </a:defRPr>
            </a:lvl2pPr>
            <a:lvl3pPr>
              <a:buNone/>
              <a:defRPr sz="4050" b="1">
                <a:solidFill>
                  <a:srgbClr val="153143"/>
                </a:solidFill>
              </a:defRPr>
            </a:lvl3pPr>
            <a:lvl4pPr>
              <a:buNone/>
              <a:defRPr sz="4050" b="1">
                <a:solidFill>
                  <a:srgbClr val="153143"/>
                </a:solidFill>
              </a:defRPr>
            </a:lvl4pPr>
            <a:lvl5pPr>
              <a:buNone/>
              <a:defRPr sz="4050" b="1">
                <a:solidFill>
                  <a:srgbClr val="153143"/>
                </a:solidFill>
              </a:defRPr>
            </a:lvl5pPr>
            <a:lvl6pPr>
              <a:buNone/>
              <a:defRPr sz="4050" b="1">
                <a:solidFill>
                  <a:srgbClr val="153143"/>
                </a:solidFill>
              </a:defRPr>
            </a:lvl6pPr>
            <a:lvl7pPr>
              <a:buNone/>
              <a:defRPr sz="4050" b="1">
                <a:solidFill>
                  <a:srgbClr val="153143"/>
                </a:solidFill>
              </a:defRPr>
            </a:lvl7pPr>
            <a:lvl8pPr>
              <a:buNone/>
              <a:defRPr sz="4050" b="1">
                <a:solidFill>
                  <a:srgbClr val="153143"/>
                </a:solidFill>
              </a:defRPr>
            </a:lvl8pPr>
            <a:lvl9pPr>
              <a:buNone/>
              <a:defRPr sz="4050" b="1">
                <a:solidFill>
                  <a:srgbClr val="153143"/>
                </a:solidFill>
              </a:defRPr>
            </a:lvl9pPr>
          </a:lstStyle>
          <a:p xmlns:a="http://schemas.openxmlformats.org/drawingml/2006/main">
            <a:pPr>
              <a:buNone/>
              <a:defRPr sz="4050" b="1">
                <a:solidFill>
                  <a:srgbClr val="153143"/>
                </a:solidFill>
              </a:defRPr>
            </a:pPr>
            <a:r>
              <a:rPr sz="4050" b="1">
                <a:solidFill>
                  <a:srgbClr val="153143"/>
                </a:solidFill>
              </a:rPr>
              <a:t>Prompt changes</a:t>
            </a:r>
          </a:p>
          <a:p xmlns:a="http://schemas.openxmlformats.org/drawingml/2006/main">
            <a:pPr>
              <a:buNone/>
              <a:defRPr sz="4050" b="1">
                <a:solidFill>
                  <a:srgbClr val="153143"/>
                </a:solidFill>
              </a:defRPr>
            </a:pPr>
            <a:r>
              <a:rPr sz="4050" b="1">
                <a:solidFill>
                  <a:srgbClr val="153143"/>
                </a:solidFill>
              </a:rPr>
              <a:t>improved grounding.</a:t>
            </a:r>
          </a:p>
        </p:txBody>
      </p:sp>
      <p:sp>
        <p:nvSpPr>
          <p:cNvPr id="3" name="">
            <a:extLst xmlns:a="http://schemas.openxmlformats.org/drawingml/2006/main">
              <a:ext uri="{FF2B5EF4-FFF2-40B4-BE49-F238E27FC236}">
                <a16:creationId xmlns:a16="http://schemas.microsoft.com/office/drawing/2014/main" id="{C972B946-78D3-484F-8560-C37E718B02E4}"/>
              </a:ext>
            </a:extLst>
          </p:cNvPr>
          <p:cNvSpPr>
            <a:spLocks xmlns:a="http://schemas.openxmlformats.org/drawingml/2006/main" noGrp="1"/>
          </p:cNvSpPr>
          <p:nvPr/>
        </p:nvSpPr>
        <p:spPr>
          <a:xfrm xmlns:a="http://schemas.openxmlformats.org/drawingml/2006/main">
            <a:off x="723900" y="3076575"/>
            <a:ext cx="4476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050" b="1">
                <a:solidFill>
                  <a:srgbClr val="153143"/>
                </a:solidFill>
              </a:defRPr>
            </a:defPPr>
            <a:lvl1pPr>
              <a:buNone/>
              <a:defRPr sz="7050" b="1">
                <a:solidFill>
                  <a:srgbClr val="153143"/>
                </a:solidFill>
              </a:defRPr>
            </a:lvl1pPr>
            <a:lvl2pPr>
              <a:buNone/>
              <a:defRPr sz="7050" b="1">
                <a:solidFill>
                  <a:srgbClr val="153143"/>
                </a:solidFill>
              </a:defRPr>
            </a:lvl2pPr>
            <a:lvl3pPr>
              <a:buNone/>
              <a:defRPr sz="7050" b="1">
                <a:solidFill>
                  <a:srgbClr val="153143"/>
                </a:solidFill>
              </a:defRPr>
            </a:lvl3pPr>
            <a:lvl4pPr>
              <a:buNone/>
              <a:defRPr sz="7050" b="1">
                <a:solidFill>
                  <a:srgbClr val="153143"/>
                </a:solidFill>
              </a:defRPr>
            </a:lvl4pPr>
            <a:lvl5pPr>
              <a:buNone/>
              <a:defRPr sz="7050" b="1">
                <a:solidFill>
                  <a:srgbClr val="153143"/>
                </a:solidFill>
              </a:defRPr>
            </a:lvl5pPr>
            <a:lvl6pPr>
              <a:buNone/>
              <a:defRPr sz="7050" b="1">
                <a:solidFill>
                  <a:srgbClr val="153143"/>
                </a:solidFill>
              </a:defRPr>
            </a:lvl6pPr>
            <a:lvl7pPr>
              <a:buNone/>
              <a:defRPr sz="7050" b="1">
                <a:solidFill>
                  <a:srgbClr val="153143"/>
                </a:solidFill>
              </a:defRPr>
            </a:lvl7pPr>
            <a:lvl8pPr>
              <a:buNone/>
              <a:defRPr sz="7050" b="1">
                <a:solidFill>
                  <a:srgbClr val="153143"/>
                </a:solidFill>
              </a:defRPr>
            </a:lvl8pPr>
            <a:lvl9pPr>
              <a:buNone/>
              <a:defRPr sz="7050" b="1">
                <a:solidFill>
                  <a:srgbClr val="153143"/>
                </a:solidFill>
              </a:defRPr>
            </a:lvl9pPr>
          </a:lstStyle>
          <a:p xmlns:a="http://schemas.openxmlformats.org/drawingml/2006/main">
            <a:pPr>
              <a:buNone/>
              <a:defRPr sz="7050" b="1">
                <a:solidFill>
                  <a:srgbClr val="153143"/>
                </a:solidFill>
              </a:defRPr>
            </a:pPr>
            <a:r>
              <a:rPr sz="7050" b="1">
                <a:solidFill>
                  <a:srgbClr val="153143"/>
                </a:solidFill>
              </a:rPr>
              <a:t>7 / 10</a:t>
            </a:r>
          </a:p>
        </p:txBody>
      </p:sp>
      <p:sp>
        <p:nvSpPr>
          <p:cNvPr id="4" name="">
            <a:extLst xmlns:a="http://schemas.openxmlformats.org/drawingml/2006/main">
              <a:ext uri="{FF2B5EF4-FFF2-40B4-BE49-F238E27FC236}">
                <a16:creationId xmlns:a16="http://schemas.microsoft.com/office/drawing/2014/main" id="{536E22F5-3DA9-4939-8175-AA801EC7BE60}"/>
              </a:ext>
            </a:extLst>
          </p:cNvPr>
          <p:cNvSpPr>
            <a:spLocks xmlns:a="http://schemas.openxmlformats.org/drawingml/2006/main" noGrp="1"/>
          </p:cNvSpPr>
          <p:nvPr/>
        </p:nvSpPr>
        <p:spPr>
          <a:xfrm xmlns:a="http://schemas.openxmlformats.org/drawingml/2006/main">
            <a:off x="762000" y="4267200"/>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3143"/>
                </a:solidFill>
              </a:defRPr>
            </a:defPPr>
            <a:lvl1pPr>
              <a:buNone/>
              <a:defRPr sz="2100" b="1">
                <a:solidFill>
                  <a:srgbClr val="153143"/>
                </a:solidFill>
              </a:defRPr>
            </a:lvl1pPr>
            <a:lvl2pPr>
              <a:buNone/>
              <a:defRPr sz="2100" b="1">
                <a:solidFill>
                  <a:srgbClr val="153143"/>
                </a:solidFill>
              </a:defRPr>
            </a:lvl2pPr>
            <a:lvl3pPr>
              <a:buNone/>
              <a:defRPr sz="2100" b="1">
                <a:solidFill>
                  <a:srgbClr val="153143"/>
                </a:solidFill>
              </a:defRPr>
            </a:lvl3pPr>
            <a:lvl4pPr>
              <a:buNone/>
              <a:defRPr sz="2100" b="1">
                <a:solidFill>
                  <a:srgbClr val="153143"/>
                </a:solidFill>
              </a:defRPr>
            </a:lvl4pPr>
            <a:lvl5pPr>
              <a:buNone/>
              <a:defRPr sz="2100" b="1">
                <a:solidFill>
                  <a:srgbClr val="153143"/>
                </a:solidFill>
              </a:defRPr>
            </a:lvl5pPr>
            <a:lvl6pPr>
              <a:buNone/>
              <a:defRPr sz="2100" b="1">
                <a:solidFill>
                  <a:srgbClr val="153143"/>
                </a:solidFill>
              </a:defRPr>
            </a:lvl6pPr>
            <a:lvl7pPr>
              <a:buNone/>
              <a:defRPr sz="2100" b="1">
                <a:solidFill>
                  <a:srgbClr val="153143"/>
                </a:solidFill>
              </a:defRPr>
            </a:lvl7pPr>
            <a:lvl8pPr>
              <a:buNone/>
              <a:defRPr sz="2100" b="1">
                <a:solidFill>
                  <a:srgbClr val="153143"/>
                </a:solidFill>
              </a:defRPr>
            </a:lvl8pPr>
            <a:lvl9pPr>
              <a:buNone/>
              <a:defRPr sz="2100" b="1">
                <a:solidFill>
                  <a:srgbClr val="153143"/>
                </a:solidFill>
              </a:defRPr>
            </a:lvl9pPr>
          </a:lstStyle>
          <a:p xmlns:a="http://schemas.openxmlformats.org/drawingml/2006/main">
            <a:pPr>
              <a:buNone/>
              <a:defRPr sz="2100" b="1">
                <a:solidFill>
                  <a:srgbClr val="153143"/>
                </a:solidFill>
              </a:defRPr>
            </a:pPr>
            <a:r>
              <a:rPr sz="2100" b="1">
                <a:solidFill>
                  <a:srgbClr val="153143"/>
                </a:solidFill>
              </a:rPr>
              <a:t>PASS outcomes with v1.2</a:t>
            </a:r>
          </a:p>
        </p:txBody>
      </p:sp>
      <p:sp>
        <p:nvSpPr>
          <p:cNvPr id="5" name="">
            <a:extLst xmlns:a="http://schemas.openxmlformats.org/drawingml/2006/main">
              <a:ext uri="{FF2B5EF4-FFF2-40B4-BE49-F238E27FC236}">
                <a16:creationId xmlns:a16="http://schemas.microsoft.com/office/drawing/2014/main" id="{70DEA57A-8F8E-465C-B0C5-664167B491EB}"/>
              </a:ext>
            </a:extLst>
          </p:cNvPr>
          <p:cNvSpPr>
            <a:spLocks xmlns:a="http://schemas.openxmlformats.org/drawingml/2006/main" noGrp="1"/>
          </p:cNvSpPr>
          <p:nvPr/>
        </p:nvSpPr>
        <p:spPr>
          <a:xfrm xmlns:a="http://schemas.openxmlformats.org/drawingml/2006/main">
            <a:off x="762000" y="5086350"/>
            <a:ext cx="4476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496170"/>
                </a:solidFill>
              </a:defRPr>
            </a:defPPr>
            <a:lvl1pPr>
              <a:buNone/>
              <a:defRPr sz="2025" b="0">
                <a:solidFill>
                  <a:srgbClr val="496170"/>
                </a:solidFill>
              </a:defRPr>
            </a:lvl1pPr>
            <a:lvl2pPr>
              <a:buNone/>
              <a:defRPr sz="2025" b="0">
                <a:solidFill>
                  <a:srgbClr val="496170"/>
                </a:solidFill>
              </a:defRPr>
            </a:lvl2pPr>
            <a:lvl3pPr>
              <a:buNone/>
              <a:defRPr sz="2025" b="0">
                <a:solidFill>
                  <a:srgbClr val="496170"/>
                </a:solidFill>
              </a:defRPr>
            </a:lvl3pPr>
            <a:lvl4pPr>
              <a:buNone/>
              <a:defRPr sz="2025" b="0">
                <a:solidFill>
                  <a:srgbClr val="496170"/>
                </a:solidFill>
              </a:defRPr>
            </a:lvl4pPr>
            <a:lvl5pPr>
              <a:buNone/>
              <a:defRPr sz="2025" b="0">
                <a:solidFill>
                  <a:srgbClr val="496170"/>
                </a:solidFill>
              </a:defRPr>
            </a:lvl5pPr>
            <a:lvl6pPr>
              <a:buNone/>
              <a:defRPr sz="2025" b="0">
                <a:solidFill>
                  <a:srgbClr val="496170"/>
                </a:solidFill>
              </a:defRPr>
            </a:lvl6pPr>
            <a:lvl7pPr>
              <a:buNone/>
              <a:defRPr sz="2025" b="0">
                <a:solidFill>
                  <a:srgbClr val="496170"/>
                </a:solidFill>
              </a:defRPr>
            </a:lvl7pPr>
            <a:lvl8pPr>
              <a:buNone/>
              <a:defRPr sz="2025" b="0">
                <a:solidFill>
                  <a:srgbClr val="496170"/>
                </a:solidFill>
              </a:defRPr>
            </a:lvl8pPr>
            <a:lvl9pPr>
              <a:buNone/>
              <a:defRPr sz="2025" b="0">
                <a:solidFill>
                  <a:srgbClr val="496170"/>
                </a:solidFill>
              </a:defRPr>
            </a:lvl9pPr>
          </a:lstStyle>
          <a:p xmlns:a="http://schemas.openxmlformats.org/drawingml/2006/main">
            <a:pPr>
              <a:buNone/>
              <a:defRPr sz="2025" b="0">
                <a:solidFill>
                  <a:srgbClr val="496170"/>
                </a:solidFill>
              </a:defRPr>
            </a:pPr>
            <a:r>
              <a:rPr sz="2025" b="0">
                <a:solidFill>
                  <a:srgbClr val="496170"/>
                </a:solidFill>
              </a:rPr>
              <a:t>Same ten requirements across</a:t>
            </a:r>
          </a:p>
          <a:p xmlns:a="http://schemas.openxmlformats.org/drawingml/2006/main">
            <a:pPr>
              <a:buNone/>
              <a:defRPr sz="2025" b="0">
                <a:solidFill>
                  <a:srgbClr val="496170"/>
                </a:solidFill>
              </a:defRPr>
            </a:pPr>
            <a:r>
              <a:rPr sz="2025" b="0">
                <a:solidFill>
                  <a:srgbClr val="496170"/>
                </a:solidFill>
              </a:rPr>
              <a:t>three saved prompt versions.</a:t>
            </a:r>
          </a:p>
        </p:txBody>
      </p:sp>
      <p:graphicFrame>
        <p:nvGraphicFramePr>
          <p:cNvPr id="6" name="Chart">
            <a:extLst xmlns:a="http://schemas.openxmlformats.org/drawingml/2006/main">
              <a:ext uri="{FF2B5EF4-FFF2-40B4-BE49-F238E27FC236}">
                <a16:creationId xmlns:a16="http://schemas.microsoft.com/office/drawing/2014/main" id="{602BCB88-2D3B-4127-A04D-50C097426F00}"/>
              </a:ext>
            </a:extLst>
          </p:cNvPr>
          <p:cNvGraphicFramePr/>
          <p:nvPr/>
        </p:nvGraphicFramePr>
        <p:xfrm>
          <a:off xmlns:a="http://schemas.openxmlformats.org/drawingml/2006/main" x="5619750" y="1676400"/>
          <a:ext xmlns:a="http://schemas.openxmlformats.org/drawingml/2006/main" cx="5905500" cy="3905250"/>
        </p:xfrm>
        <a:graphic xmlns:a="http://schemas.openxmlformats.org/drawingml/2006/main">
          <a:graphicData uri="http://schemas.openxmlformats.org/drawingml/2006/chart">
            <c:chart xmlns:r="http://schemas.openxmlformats.org/officeDocument/2006/relationships" xmlns:c="http://schemas.openxmlformats.org/drawingml/2006/chart" r:id="R239cf27653d7406d"/>
          </a:graphicData>
        </a:graphic>
      </p:graphicFrame>
      <p:sp>
        <p:nvSpPr>
          <p:cNvPr id="7" name="">
            <a:extLst xmlns:a="http://schemas.openxmlformats.org/drawingml/2006/main">
              <a:ext uri="{FF2B5EF4-FFF2-40B4-BE49-F238E27FC236}">
                <a16:creationId xmlns:a16="http://schemas.microsoft.com/office/drawing/2014/main" id="{0A804715-FE1C-4C47-9B3E-65CB3E2CF1A9}"/>
              </a:ext>
            </a:extLst>
          </p:cNvPr>
          <p:cNvSpPr>
            <a:spLocks xmlns:a="http://schemas.openxmlformats.org/drawingml/2006/main" noGrp="1"/>
          </p:cNvSpPr>
          <p:nvPr/>
        </p:nvSpPr>
        <p:spPr>
          <a:xfrm xmlns:a="http://schemas.openxmlformats.org/drawingml/2006/main">
            <a:off x="5924550" y="579120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496170"/>
                </a:solidFill>
              </a:defRPr>
            </a:defPPr>
            <a:lvl1pPr>
              <a:buNone/>
              <a:defRPr sz="1500" b="0">
                <a:solidFill>
                  <a:srgbClr val="496170"/>
                </a:solidFill>
              </a:defRPr>
            </a:lvl1pPr>
            <a:lvl2pPr>
              <a:buNone/>
              <a:defRPr sz="1500" b="0">
                <a:solidFill>
                  <a:srgbClr val="496170"/>
                </a:solidFill>
              </a:defRPr>
            </a:lvl2pPr>
            <a:lvl3pPr>
              <a:buNone/>
              <a:defRPr sz="1500" b="0">
                <a:solidFill>
                  <a:srgbClr val="496170"/>
                </a:solidFill>
              </a:defRPr>
            </a:lvl3pPr>
            <a:lvl4pPr>
              <a:buNone/>
              <a:defRPr sz="1500" b="0">
                <a:solidFill>
                  <a:srgbClr val="496170"/>
                </a:solidFill>
              </a:defRPr>
            </a:lvl4pPr>
            <a:lvl5pPr>
              <a:buNone/>
              <a:defRPr sz="1500" b="0">
                <a:solidFill>
                  <a:srgbClr val="496170"/>
                </a:solidFill>
              </a:defRPr>
            </a:lvl5pPr>
            <a:lvl6pPr>
              <a:buNone/>
              <a:defRPr sz="1500" b="0">
                <a:solidFill>
                  <a:srgbClr val="496170"/>
                </a:solidFill>
              </a:defRPr>
            </a:lvl6pPr>
            <a:lvl7pPr>
              <a:buNone/>
              <a:defRPr sz="1500" b="0">
                <a:solidFill>
                  <a:srgbClr val="496170"/>
                </a:solidFill>
              </a:defRPr>
            </a:lvl7pPr>
            <a:lvl8pPr>
              <a:buNone/>
              <a:defRPr sz="1500" b="0">
                <a:solidFill>
                  <a:srgbClr val="496170"/>
                </a:solidFill>
              </a:defRPr>
            </a:lvl8pPr>
            <a:lvl9pPr>
              <a:buNone/>
              <a:defRPr sz="1500" b="0">
                <a:solidFill>
                  <a:srgbClr val="496170"/>
                </a:solidFill>
              </a:defRPr>
            </a:lvl9pPr>
          </a:lstStyle>
          <a:p xmlns:a="http://schemas.openxmlformats.org/drawingml/2006/main">
            <a:pPr>
              <a:buNone/>
              <a:defRPr sz="1500" b="0">
                <a:solidFill>
                  <a:srgbClr val="496170"/>
                </a:solidFill>
              </a:defRPr>
            </a:pPr>
            <a:r>
              <a:rPr sz="1500" b="0">
                <a:solidFill>
                  <a:srgbClr val="496170"/>
                </a:solidFill>
              </a:rPr>
              <a:t>Week 2 requirement-to-test baseline</a:t>
            </a:r>
          </a:p>
        </p:txBody>
      </p:sp>
    </p:spTree>
    <p:extLst>
      <p:ext uri="{BB962C8B-B14F-4D97-AF65-F5344CB8AC3E}">
        <p14:creationId xmlns:p14="http://schemas.microsoft.com/office/powerpoint/2010/main" val="1943703695"/>
      </p:ext>
    </p:extLst>
  </p:cSld>
</p:sld>
</file>

<file path=ppt/slides/slide6.xml><?xml version="1.0" encoding="utf-8"?>
<p:sld xmlns:p="http://schemas.openxmlformats.org/presentationml/2006/main">
  <p:cSld>
    <p:bg>
      <p:bgPr>
        <a:solidFill xmlns:a="http://schemas.openxmlformats.org/drawingml/2006/main">
          <a:srgbClr val="0A24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C1E0C9-9EF9-40ED-AD59-DD0D2A5E16F4}"/>
              </a:ext>
            </a:extLst>
          </p:cNvPr>
          <p:cNvSpPr>
            <a:spLocks xmlns:a="http://schemas.openxmlformats.org/drawingml/2006/main" noGrp="1"/>
          </p:cNvSpPr>
          <p:nvPr/>
        </p:nvSpPr>
        <p:spPr>
          <a:xfrm xmlns:a="http://schemas.openxmlformats.org/drawingml/2006/main">
            <a:off x="723900" y="438150"/>
            <a:ext cx="1074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4E4BC"/>
                </a:solidFill>
              </a:defRPr>
            </a:defPPr>
            <a:lvl1pPr>
              <a:buNone/>
              <a:defRPr sz="1350" b="1">
                <a:solidFill>
                  <a:srgbClr val="A4E4BC"/>
                </a:solidFill>
              </a:defRPr>
            </a:lvl1pPr>
            <a:lvl2pPr>
              <a:buNone/>
              <a:defRPr sz="1350" b="1">
                <a:solidFill>
                  <a:srgbClr val="A4E4BC"/>
                </a:solidFill>
              </a:defRPr>
            </a:lvl2pPr>
            <a:lvl3pPr>
              <a:buNone/>
              <a:defRPr sz="1350" b="1">
                <a:solidFill>
                  <a:srgbClr val="A4E4BC"/>
                </a:solidFill>
              </a:defRPr>
            </a:lvl3pPr>
            <a:lvl4pPr>
              <a:buNone/>
              <a:defRPr sz="1350" b="1">
                <a:solidFill>
                  <a:srgbClr val="A4E4BC"/>
                </a:solidFill>
              </a:defRPr>
            </a:lvl4pPr>
            <a:lvl5pPr>
              <a:buNone/>
              <a:defRPr sz="1350" b="1">
                <a:solidFill>
                  <a:srgbClr val="A4E4BC"/>
                </a:solidFill>
              </a:defRPr>
            </a:lvl5pPr>
            <a:lvl6pPr>
              <a:buNone/>
              <a:defRPr sz="1350" b="1">
                <a:solidFill>
                  <a:srgbClr val="A4E4BC"/>
                </a:solidFill>
              </a:defRPr>
            </a:lvl6pPr>
            <a:lvl7pPr>
              <a:buNone/>
              <a:defRPr sz="1350" b="1">
                <a:solidFill>
                  <a:srgbClr val="A4E4BC"/>
                </a:solidFill>
              </a:defRPr>
            </a:lvl7pPr>
            <a:lvl8pPr>
              <a:buNone/>
              <a:defRPr sz="1350" b="1">
                <a:solidFill>
                  <a:srgbClr val="A4E4BC"/>
                </a:solidFill>
              </a:defRPr>
            </a:lvl8pPr>
            <a:lvl9pPr>
              <a:buNone/>
              <a:defRPr sz="1350" b="1">
                <a:solidFill>
                  <a:srgbClr val="A4E4BC"/>
                </a:solidFill>
              </a:defRPr>
            </a:lvl9pPr>
          </a:lstStyle>
          <a:p xmlns:a="http://schemas.openxmlformats.org/drawingml/2006/main">
            <a:pPr>
              <a:buNone/>
              <a:defRPr sz="1350" b="1">
                <a:solidFill>
                  <a:srgbClr val="A4E4BC"/>
                </a:solidFill>
              </a:defRPr>
            </a:pPr>
            <a:r>
              <a:rPr sz="1350" b="1">
                <a:solidFill>
                  <a:srgbClr val="A4E4BC"/>
                </a:solidFill>
              </a:rPr>
              <a:t>BUDGETME AS THE TARGET</a:t>
            </a:r>
          </a:p>
        </p:txBody>
      </p:sp>
      <p:sp>
        <p:nvSpPr>
          <p:cNvPr id="2" name="">
            <a:extLst xmlns:a="http://schemas.openxmlformats.org/drawingml/2006/main">
              <a:ext uri="{FF2B5EF4-FFF2-40B4-BE49-F238E27FC236}">
                <a16:creationId xmlns:a16="http://schemas.microsoft.com/office/drawing/2014/main" id="{6F93D03B-555C-4A96-A1E5-42415917116A}"/>
              </a:ext>
            </a:extLst>
          </p:cNvPr>
          <p:cNvSpPr>
            <a:spLocks xmlns:a="http://schemas.openxmlformats.org/drawingml/2006/main" noGrp="1"/>
          </p:cNvSpPr>
          <p:nvPr/>
        </p:nvSpPr>
        <p:spPr>
          <a:xfrm xmlns:a="http://schemas.openxmlformats.org/drawingml/2006/main">
            <a:off x="723900" y="99060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F5F1E8"/>
                </a:solidFill>
              </a:defRPr>
            </a:defPPr>
            <a:lvl1pPr>
              <a:buNone/>
              <a:defRPr sz="4050" b="1">
                <a:solidFill>
                  <a:srgbClr val="F5F1E8"/>
                </a:solidFill>
              </a:defRPr>
            </a:lvl1pPr>
            <a:lvl2pPr>
              <a:buNone/>
              <a:defRPr sz="4050" b="1">
                <a:solidFill>
                  <a:srgbClr val="F5F1E8"/>
                </a:solidFill>
              </a:defRPr>
            </a:lvl2pPr>
            <a:lvl3pPr>
              <a:buNone/>
              <a:defRPr sz="4050" b="1">
                <a:solidFill>
                  <a:srgbClr val="F5F1E8"/>
                </a:solidFill>
              </a:defRPr>
            </a:lvl3pPr>
            <a:lvl4pPr>
              <a:buNone/>
              <a:defRPr sz="4050" b="1">
                <a:solidFill>
                  <a:srgbClr val="F5F1E8"/>
                </a:solidFill>
              </a:defRPr>
            </a:lvl4pPr>
            <a:lvl5pPr>
              <a:buNone/>
              <a:defRPr sz="4050" b="1">
                <a:solidFill>
                  <a:srgbClr val="F5F1E8"/>
                </a:solidFill>
              </a:defRPr>
            </a:lvl5pPr>
            <a:lvl6pPr>
              <a:buNone/>
              <a:defRPr sz="4050" b="1">
                <a:solidFill>
                  <a:srgbClr val="F5F1E8"/>
                </a:solidFill>
              </a:defRPr>
            </a:lvl6pPr>
            <a:lvl7pPr>
              <a:buNone/>
              <a:defRPr sz="4050" b="1">
                <a:solidFill>
                  <a:srgbClr val="F5F1E8"/>
                </a:solidFill>
              </a:defRPr>
            </a:lvl7pPr>
            <a:lvl8pPr>
              <a:buNone/>
              <a:defRPr sz="4050" b="1">
                <a:solidFill>
                  <a:srgbClr val="F5F1E8"/>
                </a:solidFill>
              </a:defRPr>
            </a:lvl8pPr>
            <a:lvl9pPr>
              <a:buNone/>
              <a:defRPr sz="4050" b="1">
                <a:solidFill>
                  <a:srgbClr val="F5F1E8"/>
                </a:solidFill>
              </a:defRPr>
            </a:lvl9pPr>
          </a:lstStyle>
          <a:p xmlns:a="http://schemas.openxmlformats.org/drawingml/2006/main">
            <a:pPr>
              <a:buNone/>
              <a:defRPr sz="4050" b="1">
                <a:solidFill>
                  <a:srgbClr val="F5F1E8"/>
                </a:solidFill>
              </a:defRPr>
            </a:pPr>
            <a:r>
              <a:rPr sz="4050" b="1">
                <a:solidFill>
                  <a:srgbClr val="F5F1E8"/>
                </a:solidFill>
              </a:rPr>
              <a:t>Knowledge grounded in the code.</a:t>
            </a:r>
          </a:p>
        </p:txBody>
      </p:sp>
      <p:sp>
        <p:nvSpPr>
          <p:cNvPr id="3" name="">
            <a:extLst xmlns:a="http://schemas.openxmlformats.org/drawingml/2006/main">
              <a:ext uri="{FF2B5EF4-FFF2-40B4-BE49-F238E27FC236}">
                <a16:creationId xmlns:a16="http://schemas.microsoft.com/office/drawing/2014/main" id="{C4B026FA-26D4-41FA-83D7-37E05ECE355C}"/>
              </a:ext>
            </a:extLst>
          </p:cNvPr>
          <p:cNvSpPr>
            <a:spLocks xmlns:a="http://schemas.openxmlformats.org/drawingml/2006/main" noGrp="1"/>
          </p:cNvSpPr>
          <p:nvPr/>
        </p:nvSpPr>
        <p:spPr>
          <a:xfrm xmlns:a="http://schemas.openxmlformats.org/drawingml/2006/main">
            <a:off x="723900" y="2609850"/>
            <a:ext cx="419100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200" b="1">
                <a:solidFill>
                  <a:srgbClr val="A4E4BC"/>
                </a:solidFill>
              </a:defRPr>
            </a:defPPr>
            <a:lvl1pPr>
              <a:buNone/>
              <a:defRPr sz="10200" b="1">
                <a:solidFill>
                  <a:srgbClr val="A4E4BC"/>
                </a:solidFill>
              </a:defRPr>
            </a:lvl1pPr>
            <a:lvl2pPr>
              <a:buNone/>
              <a:defRPr sz="10200" b="1">
                <a:solidFill>
                  <a:srgbClr val="A4E4BC"/>
                </a:solidFill>
              </a:defRPr>
            </a:lvl2pPr>
            <a:lvl3pPr>
              <a:buNone/>
              <a:defRPr sz="10200" b="1">
                <a:solidFill>
                  <a:srgbClr val="A4E4BC"/>
                </a:solidFill>
              </a:defRPr>
            </a:lvl3pPr>
            <a:lvl4pPr>
              <a:buNone/>
              <a:defRPr sz="10200" b="1">
                <a:solidFill>
                  <a:srgbClr val="A4E4BC"/>
                </a:solidFill>
              </a:defRPr>
            </a:lvl4pPr>
            <a:lvl5pPr>
              <a:buNone/>
              <a:defRPr sz="10200" b="1">
                <a:solidFill>
                  <a:srgbClr val="A4E4BC"/>
                </a:solidFill>
              </a:defRPr>
            </a:lvl5pPr>
            <a:lvl6pPr>
              <a:buNone/>
              <a:defRPr sz="10200" b="1">
                <a:solidFill>
                  <a:srgbClr val="A4E4BC"/>
                </a:solidFill>
              </a:defRPr>
            </a:lvl6pPr>
            <a:lvl7pPr>
              <a:buNone/>
              <a:defRPr sz="10200" b="1">
                <a:solidFill>
                  <a:srgbClr val="A4E4BC"/>
                </a:solidFill>
              </a:defRPr>
            </a:lvl7pPr>
            <a:lvl8pPr>
              <a:buNone/>
              <a:defRPr sz="10200" b="1">
                <a:solidFill>
                  <a:srgbClr val="A4E4BC"/>
                </a:solidFill>
              </a:defRPr>
            </a:lvl8pPr>
            <a:lvl9pPr>
              <a:buNone/>
              <a:defRPr sz="10200" b="1">
                <a:solidFill>
                  <a:srgbClr val="A4E4BC"/>
                </a:solidFill>
              </a:defRPr>
            </a:lvl9pPr>
          </a:lstStyle>
          <a:p xmlns:a="http://schemas.openxmlformats.org/drawingml/2006/main">
            <a:pPr>
              <a:buNone/>
              <a:defRPr sz="10200" b="1">
                <a:solidFill>
                  <a:srgbClr val="A4E4BC"/>
                </a:solidFill>
              </a:defRPr>
            </a:pPr>
            <a:r>
              <a:rPr sz="10200" b="1">
                <a:solidFill>
                  <a:srgbClr val="A4E4BC"/>
                </a:solidFill>
              </a:rPr>
              <a:t>100</a:t>
            </a:r>
          </a:p>
        </p:txBody>
      </p:sp>
      <p:sp>
        <p:nvSpPr>
          <p:cNvPr id="4" name="">
            <a:extLst xmlns:a="http://schemas.openxmlformats.org/drawingml/2006/main">
              <a:ext uri="{FF2B5EF4-FFF2-40B4-BE49-F238E27FC236}">
                <a16:creationId xmlns:a16="http://schemas.microsoft.com/office/drawing/2014/main" id="{F3E8D8AE-20AB-4CBE-B18C-B1B9419295F6}"/>
              </a:ext>
            </a:extLst>
          </p:cNvPr>
          <p:cNvSpPr>
            <a:spLocks xmlns:a="http://schemas.openxmlformats.org/drawingml/2006/main" noGrp="1"/>
          </p:cNvSpPr>
          <p:nvPr/>
        </p:nvSpPr>
        <p:spPr>
          <a:xfrm xmlns:a="http://schemas.openxmlformats.org/drawingml/2006/main">
            <a:off x="800100" y="4257675"/>
            <a:ext cx="4667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F5F1E8"/>
                </a:solidFill>
              </a:defRPr>
            </a:defPPr>
            <a:lvl1pPr>
              <a:buNone/>
              <a:defRPr sz="2325" b="0">
                <a:solidFill>
                  <a:srgbClr val="F5F1E8"/>
                </a:solidFill>
              </a:defRPr>
            </a:lvl1pPr>
            <a:lvl2pPr>
              <a:buNone/>
              <a:defRPr sz="2325" b="0">
                <a:solidFill>
                  <a:srgbClr val="F5F1E8"/>
                </a:solidFill>
              </a:defRPr>
            </a:lvl2pPr>
            <a:lvl3pPr>
              <a:buNone/>
              <a:defRPr sz="2325" b="0">
                <a:solidFill>
                  <a:srgbClr val="F5F1E8"/>
                </a:solidFill>
              </a:defRPr>
            </a:lvl3pPr>
            <a:lvl4pPr>
              <a:buNone/>
              <a:defRPr sz="2325" b="0">
                <a:solidFill>
                  <a:srgbClr val="F5F1E8"/>
                </a:solidFill>
              </a:defRPr>
            </a:lvl4pPr>
            <a:lvl5pPr>
              <a:buNone/>
              <a:defRPr sz="2325" b="0">
                <a:solidFill>
                  <a:srgbClr val="F5F1E8"/>
                </a:solidFill>
              </a:defRPr>
            </a:lvl5pPr>
            <a:lvl6pPr>
              <a:buNone/>
              <a:defRPr sz="2325" b="0">
                <a:solidFill>
                  <a:srgbClr val="F5F1E8"/>
                </a:solidFill>
              </a:defRPr>
            </a:lvl6pPr>
            <a:lvl7pPr>
              <a:buNone/>
              <a:defRPr sz="2325" b="0">
                <a:solidFill>
                  <a:srgbClr val="F5F1E8"/>
                </a:solidFill>
              </a:defRPr>
            </a:lvl7pPr>
            <a:lvl8pPr>
              <a:buNone/>
              <a:defRPr sz="2325" b="0">
                <a:solidFill>
                  <a:srgbClr val="F5F1E8"/>
                </a:solidFill>
              </a:defRPr>
            </a:lvl8pPr>
            <a:lvl9pPr>
              <a:buNone/>
              <a:defRPr sz="2325" b="0">
                <a:solidFill>
                  <a:srgbClr val="F5F1E8"/>
                </a:solidFill>
              </a:defRPr>
            </a:lvl9pPr>
          </a:lstStyle>
          <a:p xmlns:a="http://schemas.openxmlformats.org/drawingml/2006/main">
            <a:pPr>
              <a:buNone/>
              <a:defRPr sz="2325" b="0">
                <a:solidFill>
                  <a:srgbClr val="F5F1E8"/>
                </a:solidFill>
              </a:defRPr>
            </a:pPr>
            <a:r>
              <a:rPr sz="2325" b="0">
                <a:solidFill>
                  <a:srgbClr val="F5F1E8"/>
                </a:solidFill>
              </a:rPr>
              <a:t>verified snapshot files</a:t>
            </a:r>
          </a:p>
        </p:txBody>
      </p:sp>
      <p:sp>
        <p:nvSpPr>
          <p:cNvPr id="5" name="">
            <a:extLst xmlns:a="http://schemas.openxmlformats.org/drawingml/2006/main">
              <a:ext uri="{FF2B5EF4-FFF2-40B4-BE49-F238E27FC236}">
                <a16:creationId xmlns:a16="http://schemas.microsoft.com/office/drawing/2014/main" id="{B2A2BD0D-AC0B-4AA0-910A-037D86B2BFAA}"/>
              </a:ext>
            </a:extLst>
          </p:cNvPr>
          <p:cNvSpPr>
            <a:spLocks xmlns:a="http://schemas.openxmlformats.org/drawingml/2006/main" noGrp="1"/>
          </p:cNvSpPr>
          <p:nvPr/>
        </p:nvSpPr>
        <p:spPr>
          <a:xfrm xmlns:a="http://schemas.openxmlformats.org/drawingml/2006/main">
            <a:off x="5962650" y="2676525"/>
            <a:ext cx="561975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F5F1E8"/>
                </a:solidFill>
              </a:defRPr>
            </a:defPPr>
            <a:lvl1pPr>
              <a:buNone/>
              <a:defRPr sz="2400" b="1">
                <a:solidFill>
                  <a:srgbClr val="F5F1E8"/>
                </a:solidFill>
              </a:defRPr>
            </a:lvl1pPr>
            <a:lvl2pPr>
              <a:buNone/>
              <a:defRPr sz="2400" b="1">
                <a:solidFill>
                  <a:srgbClr val="F5F1E8"/>
                </a:solidFill>
              </a:defRPr>
            </a:lvl2pPr>
            <a:lvl3pPr>
              <a:buNone/>
              <a:defRPr sz="2400" b="1">
                <a:solidFill>
                  <a:srgbClr val="F5F1E8"/>
                </a:solidFill>
              </a:defRPr>
            </a:lvl3pPr>
            <a:lvl4pPr>
              <a:buNone/>
              <a:defRPr sz="2400" b="1">
                <a:solidFill>
                  <a:srgbClr val="F5F1E8"/>
                </a:solidFill>
              </a:defRPr>
            </a:lvl4pPr>
            <a:lvl5pPr>
              <a:buNone/>
              <a:defRPr sz="2400" b="1">
                <a:solidFill>
                  <a:srgbClr val="F5F1E8"/>
                </a:solidFill>
              </a:defRPr>
            </a:lvl5pPr>
            <a:lvl6pPr>
              <a:buNone/>
              <a:defRPr sz="2400" b="1">
                <a:solidFill>
                  <a:srgbClr val="F5F1E8"/>
                </a:solidFill>
              </a:defRPr>
            </a:lvl6pPr>
            <a:lvl7pPr>
              <a:buNone/>
              <a:defRPr sz="2400" b="1">
                <a:solidFill>
                  <a:srgbClr val="F5F1E8"/>
                </a:solidFill>
              </a:defRPr>
            </a:lvl7pPr>
            <a:lvl8pPr>
              <a:buNone/>
              <a:defRPr sz="2400" b="1">
                <a:solidFill>
                  <a:srgbClr val="F5F1E8"/>
                </a:solidFill>
              </a:defRPr>
            </a:lvl8pPr>
            <a:lvl9pPr>
              <a:buNone/>
              <a:defRPr sz="2400" b="1">
                <a:solidFill>
                  <a:srgbClr val="F5F1E8"/>
                </a:solidFill>
              </a:defRPr>
            </a:lvl9pPr>
          </a:lstStyle>
          <a:p xmlns:a="http://schemas.openxmlformats.org/drawingml/2006/main">
            <a:pPr>
              <a:buNone/>
              <a:defRPr sz="2400" b="1">
                <a:solidFill>
                  <a:srgbClr val="F5F1E8"/>
                </a:solidFill>
              </a:defRPr>
            </a:pPr>
            <a:r>
              <a:rPr sz="2400" b="1">
                <a:solidFill>
                  <a:srgbClr val="F5F1E8"/>
                </a:solidFill>
              </a:rPr>
              <a:t>Budget planning</a:t>
            </a:r>
          </a:p>
          <a:p xmlns:a="http://schemas.openxmlformats.org/drawingml/2006/main">
            <a:pPr>
              <a:buNone/>
              <a:defRPr sz="2400" b="1">
                <a:solidFill>
                  <a:srgbClr val="F5F1E8"/>
                </a:solidFill>
              </a:defRPr>
            </a:pPr>
            <a:r>
              <a:rPr sz="2400" b="1">
                <a:solidFill>
                  <a:srgbClr val="F5F1E8"/>
                </a:solidFill>
              </a:rPr>
              <a:t>Savings and transaction records</a:t>
            </a:r>
          </a:p>
          <a:p xmlns:a="http://schemas.openxmlformats.org/drawingml/2006/main">
            <a:pPr>
              <a:buNone/>
              <a:defRPr sz="2400" b="1">
                <a:solidFill>
                  <a:srgbClr val="F5F1E8"/>
                </a:solidFill>
              </a:defRPr>
            </a:pPr>
            <a:r>
              <a:rPr sz="2400" b="1">
                <a:solidFill>
                  <a:srgbClr val="F5F1E8"/>
                </a:solidFill>
              </a:rPr>
              <a:t>Cash, MTN and Airtel movement records</a:t>
            </a:r>
          </a:p>
        </p:txBody>
      </p:sp>
      <p:sp>
        <p:nvSpPr>
          <p:cNvPr id="6" name="">
            <a:extLst xmlns:a="http://schemas.openxmlformats.org/drawingml/2006/main">
              <a:ext uri="{FF2B5EF4-FFF2-40B4-BE49-F238E27FC236}">
                <a16:creationId xmlns:a16="http://schemas.microsoft.com/office/drawing/2014/main" id="{054EFF43-339B-4566-8660-B8EBD35D52FE}"/>
              </a:ext>
            </a:extLst>
          </p:cNvPr>
          <p:cNvSpPr>
            <a:spLocks xmlns:a="http://schemas.openxmlformats.org/drawingml/2006/main" noGrp="1"/>
          </p:cNvSpPr>
          <p:nvPr/>
        </p:nvSpPr>
        <p:spPr>
          <a:xfrm xmlns:a="http://schemas.openxmlformats.org/drawingml/2006/main">
            <a:off x="5981700" y="5257800"/>
            <a:ext cx="5467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A4E4BC"/>
                </a:solidFill>
              </a:defRPr>
            </a:defPPr>
            <a:lvl1pPr>
              <a:buNone/>
              <a:defRPr sz="1725" b="0">
                <a:solidFill>
                  <a:srgbClr val="A4E4BC"/>
                </a:solidFill>
              </a:defRPr>
            </a:lvl1pPr>
            <a:lvl2pPr>
              <a:buNone/>
              <a:defRPr sz="1725" b="0">
                <a:solidFill>
                  <a:srgbClr val="A4E4BC"/>
                </a:solidFill>
              </a:defRPr>
            </a:lvl2pPr>
            <a:lvl3pPr>
              <a:buNone/>
              <a:defRPr sz="1725" b="0">
                <a:solidFill>
                  <a:srgbClr val="A4E4BC"/>
                </a:solidFill>
              </a:defRPr>
            </a:lvl3pPr>
            <a:lvl4pPr>
              <a:buNone/>
              <a:defRPr sz="1725" b="0">
                <a:solidFill>
                  <a:srgbClr val="A4E4BC"/>
                </a:solidFill>
              </a:defRPr>
            </a:lvl4pPr>
            <a:lvl5pPr>
              <a:buNone/>
              <a:defRPr sz="1725" b="0">
                <a:solidFill>
                  <a:srgbClr val="A4E4BC"/>
                </a:solidFill>
              </a:defRPr>
            </a:lvl5pPr>
            <a:lvl6pPr>
              <a:buNone/>
              <a:defRPr sz="1725" b="0">
                <a:solidFill>
                  <a:srgbClr val="A4E4BC"/>
                </a:solidFill>
              </a:defRPr>
            </a:lvl6pPr>
            <a:lvl7pPr>
              <a:buNone/>
              <a:defRPr sz="1725" b="0">
                <a:solidFill>
                  <a:srgbClr val="A4E4BC"/>
                </a:solidFill>
              </a:defRPr>
            </a:lvl7pPr>
            <a:lvl8pPr>
              <a:buNone/>
              <a:defRPr sz="1725" b="0">
                <a:solidFill>
                  <a:srgbClr val="A4E4BC"/>
                </a:solidFill>
              </a:defRPr>
            </a:lvl8pPr>
            <a:lvl9pPr>
              <a:buNone/>
              <a:defRPr sz="1725" b="0">
                <a:solidFill>
                  <a:srgbClr val="A4E4BC"/>
                </a:solidFill>
              </a:defRPr>
            </a:lvl9pPr>
          </a:lstStyle>
          <a:p xmlns:a="http://schemas.openxmlformats.org/drawingml/2006/main">
            <a:pPr>
              <a:buNone/>
              <a:defRPr sz="1725" b="0">
                <a:solidFill>
                  <a:srgbClr val="A4E4BC"/>
                </a:solidFill>
              </a:defRPr>
            </a:pPr>
            <a:r>
              <a:rPr sz="1725" b="0">
                <a:solidFill>
                  <a:srgbClr val="A4E4BC"/>
                </a:solidFill>
              </a:rPr>
              <a:t>Repository version a55e0b2</a:t>
            </a:r>
          </a:p>
          <a:p xmlns:a="http://schemas.openxmlformats.org/drawingml/2006/main">
            <a:pPr>
              <a:buNone/>
              <a:defRPr sz="1725" b="0">
                <a:solidFill>
                  <a:srgbClr val="A4E4BC"/>
                </a:solidFill>
              </a:defRPr>
            </a:pPr>
            <a:r>
              <a:rPr sz="1725" b="0">
                <a:solidFill>
                  <a:srgbClr val="A4E4BC"/>
                </a:solidFill>
              </a:rPr>
              <a:t>Source URL, paths and retrieval date retained</a:t>
            </a:r>
          </a:p>
        </p:txBody>
      </p:sp>
    </p:spTree>
    <p:extLst>
      <p:ext uri="{BB962C8B-B14F-4D97-AF65-F5344CB8AC3E}">
        <p14:creationId xmlns:p14="http://schemas.microsoft.com/office/powerpoint/2010/main" val="1842526304"/>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5A7DA5-0883-4D06-8D27-092D5D9F98E6}"/>
              </a:ext>
            </a:extLst>
          </p:cNvPr>
          <p:cNvSpPr>
            <a:spLocks xmlns:a="http://schemas.openxmlformats.org/drawingml/2006/main" noGrp="1"/>
          </p:cNvSpPr>
          <p:nvPr/>
        </p:nvSpPr>
        <p:spPr>
          <a:xfrm xmlns:a="http://schemas.openxmlformats.org/drawingml/2006/main">
            <a:off x="723900" y="438150"/>
            <a:ext cx="1074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496170"/>
                </a:solidFill>
              </a:defRPr>
            </a:defPPr>
            <a:lvl1pPr>
              <a:buNone/>
              <a:defRPr sz="1350" b="1">
                <a:solidFill>
                  <a:srgbClr val="496170"/>
                </a:solidFill>
              </a:defRPr>
            </a:lvl1pPr>
            <a:lvl2pPr>
              <a:buNone/>
              <a:defRPr sz="1350" b="1">
                <a:solidFill>
                  <a:srgbClr val="496170"/>
                </a:solidFill>
              </a:defRPr>
            </a:lvl2pPr>
            <a:lvl3pPr>
              <a:buNone/>
              <a:defRPr sz="1350" b="1">
                <a:solidFill>
                  <a:srgbClr val="496170"/>
                </a:solidFill>
              </a:defRPr>
            </a:lvl3pPr>
            <a:lvl4pPr>
              <a:buNone/>
              <a:defRPr sz="1350" b="1">
                <a:solidFill>
                  <a:srgbClr val="496170"/>
                </a:solidFill>
              </a:defRPr>
            </a:lvl4pPr>
            <a:lvl5pPr>
              <a:buNone/>
              <a:defRPr sz="1350" b="1">
                <a:solidFill>
                  <a:srgbClr val="496170"/>
                </a:solidFill>
              </a:defRPr>
            </a:lvl5pPr>
            <a:lvl6pPr>
              <a:buNone/>
              <a:defRPr sz="1350" b="1">
                <a:solidFill>
                  <a:srgbClr val="496170"/>
                </a:solidFill>
              </a:defRPr>
            </a:lvl6pPr>
            <a:lvl7pPr>
              <a:buNone/>
              <a:defRPr sz="1350" b="1">
                <a:solidFill>
                  <a:srgbClr val="496170"/>
                </a:solidFill>
              </a:defRPr>
            </a:lvl7pPr>
            <a:lvl8pPr>
              <a:buNone/>
              <a:defRPr sz="1350" b="1">
                <a:solidFill>
                  <a:srgbClr val="496170"/>
                </a:solidFill>
              </a:defRPr>
            </a:lvl8pPr>
            <a:lvl9pPr>
              <a:buNone/>
              <a:defRPr sz="1350" b="1">
                <a:solidFill>
                  <a:srgbClr val="496170"/>
                </a:solidFill>
              </a:defRPr>
            </a:lvl9pPr>
          </a:lstStyle>
          <a:p xmlns:a="http://schemas.openxmlformats.org/drawingml/2006/main">
            <a:pPr>
              <a:buNone/>
              <a:defRPr sz="1350" b="1">
                <a:solidFill>
                  <a:srgbClr val="496170"/>
                </a:solidFill>
              </a:defRPr>
            </a:pPr>
            <a:r>
              <a:rPr sz="1350" b="1">
                <a:solidFill>
                  <a:srgbClr val="496170"/>
                </a:solidFill>
              </a:rPr>
              <a:t>A CONCRETE SOURCE RULE</a:t>
            </a:r>
          </a:p>
        </p:txBody>
      </p:sp>
      <p:sp>
        <p:nvSpPr>
          <p:cNvPr id="2" name="">
            <a:extLst xmlns:a="http://schemas.openxmlformats.org/drawingml/2006/main">
              <a:ext uri="{FF2B5EF4-FFF2-40B4-BE49-F238E27FC236}">
                <a16:creationId xmlns:a16="http://schemas.microsoft.com/office/drawing/2014/main" id="{78234F86-36D2-4CE1-A134-5605BCF1E2ED}"/>
              </a:ext>
            </a:extLst>
          </p:cNvPr>
          <p:cNvSpPr>
            <a:spLocks xmlns:a="http://schemas.openxmlformats.org/drawingml/2006/main" noGrp="1"/>
          </p:cNvSpPr>
          <p:nvPr/>
        </p:nvSpPr>
        <p:spPr>
          <a:xfrm xmlns:a="http://schemas.openxmlformats.org/drawingml/2006/main">
            <a:off x="723900" y="99060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53143"/>
                </a:solidFill>
              </a:defRPr>
            </a:defPPr>
            <a:lvl1pPr>
              <a:buNone/>
              <a:defRPr sz="4050" b="1">
                <a:solidFill>
                  <a:srgbClr val="153143"/>
                </a:solidFill>
              </a:defRPr>
            </a:lvl1pPr>
            <a:lvl2pPr>
              <a:buNone/>
              <a:defRPr sz="4050" b="1">
                <a:solidFill>
                  <a:srgbClr val="153143"/>
                </a:solidFill>
              </a:defRPr>
            </a:lvl2pPr>
            <a:lvl3pPr>
              <a:buNone/>
              <a:defRPr sz="4050" b="1">
                <a:solidFill>
                  <a:srgbClr val="153143"/>
                </a:solidFill>
              </a:defRPr>
            </a:lvl3pPr>
            <a:lvl4pPr>
              <a:buNone/>
              <a:defRPr sz="4050" b="1">
                <a:solidFill>
                  <a:srgbClr val="153143"/>
                </a:solidFill>
              </a:defRPr>
            </a:lvl4pPr>
            <a:lvl5pPr>
              <a:buNone/>
              <a:defRPr sz="4050" b="1">
                <a:solidFill>
                  <a:srgbClr val="153143"/>
                </a:solidFill>
              </a:defRPr>
            </a:lvl5pPr>
            <a:lvl6pPr>
              <a:buNone/>
              <a:defRPr sz="4050" b="1">
                <a:solidFill>
                  <a:srgbClr val="153143"/>
                </a:solidFill>
              </a:defRPr>
            </a:lvl6pPr>
            <a:lvl7pPr>
              <a:buNone/>
              <a:defRPr sz="4050" b="1">
                <a:solidFill>
                  <a:srgbClr val="153143"/>
                </a:solidFill>
              </a:defRPr>
            </a:lvl7pPr>
            <a:lvl8pPr>
              <a:buNone/>
              <a:defRPr sz="4050" b="1">
                <a:solidFill>
                  <a:srgbClr val="153143"/>
                </a:solidFill>
              </a:defRPr>
            </a:lvl8pPr>
            <a:lvl9pPr>
              <a:buNone/>
              <a:defRPr sz="4050" b="1">
                <a:solidFill>
                  <a:srgbClr val="153143"/>
                </a:solidFill>
              </a:defRPr>
            </a:lvl9pPr>
          </a:lstStyle>
          <a:p xmlns:a="http://schemas.openxmlformats.org/drawingml/2006/main">
            <a:pPr>
              <a:buNone/>
              <a:defRPr sz="4050" b="1">
                <a:solidFill>
                  <a:srgbClr val="153143"/>
                </a:solidFill>
              </a:defRPr>
            </a:pPr>
            <a:r>
              <a:rPr sz="4050" b="1">
                <a:solidFill>
                  <a:srgbClr val="153143"/>
                </a:solidFill>
              </a:rPr>
              <a:t>A budget must fit the pay period.</a:t>
            </a:r>
          </a:p>
        </p:txBody>
      </p:sp>
      <p:sp>
        <p:nvSpPr>
          <p:cNvPr id="3" name="">
            <a:extLst xmlns:a="http://schemas.openxmlformats.org/drawingml/2006/main">
              <a:ext uri="{FF2B5EF4-FFF2-40B4-BE49-F238E27FC236}">
                <a16:creationId xmlns:a16="http://schemas.microsoft.com/office/drawing/2014/main" id="{4C411FCA-DE25-439E-9ABD-4730CB95606C}"/>
              </a:ext>
            </a:extLst>
          </p:cNvPr>
          <p:cNvSpPr>
            <a:spLocks xmlns:a="http://schemas.openxmlformats.org/drawingml/2006/main" noGrp="1"/>
          </p:cNvSpPr>
          <p:nvPr/>
        </p:nvSpPr>
        <p:spPr>
          <a:xfrm xmlns:a="http://schemas.openxmlformats.org/drawingml/2006/main">
            <a:off x="742950" y="2828925"/>
            <a:ext cx="10572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725" b="1">
                <a:solidFill>
                  <a:srgbClr val="153143"/>
                </a:solidFill>
              </a:defRPr>
            </a:defPPr>
            <a:lvl1pPr>
              <a:buNone/>
              <a:defRPr sz="4725" b="1">
                <a:solidFill>
                  <a:srgbClr val="153143"/>
                </a:solidFill>
              </a:defRPr>
            </a:lvl1pPr>
            <a:lvl2pPr>
              <a:buNone/>
              <a:defRPr sz="4725" b="1">
                <a:solidFill>
                  <a:srgbClr val="153143"/>
                </a:solidFill>
              </a:defRPr>
            </a:lvl2pPr>
            <a:lvl3pPr>
              <a:buNone/>
              <a:defRPr sz="4725" b="1">
                <a:solidFill>
                  <a:srgbClr val="153143"/>
                </a:solidFill>
              </a:defRPr>
            </a:lvl3pPr>
            <a:lvl4pPr>
              <a:buNone/>
              <a:defRPr sz="4725" b="1">
                <a:solidFill>
                  <a:srgbClr val="153143"/>
                </a:solidFill>
              </a:defRPr>
            </a:lvl4pPr>
            <a:lvl5pPr>
              <a:buNone/>
              <a:defRPr sz="4725" b="1">
                <a:solidFill>
                  <a:srgbClr val="153143"/>
                </a:solidFill>
              </a:defRPr>
            </a:lvl5pPr>
            <a:lvl6pPr>
              <a:buNone/>
              <a:defRPr sz="4725" b="1">
                <a:solidFill>
                  <a:srgbClr val="153143"/>
                </a:solidFill>
              </a:defRPr>
            </a:lvl6pPr>
            <a:lvl7pPr>
              <a:buNone/>
              <a:defRPr sz="4725" b="1">
                <a:solidFill>
                  <a:srgbClr val="153143"/>
                </a:solidFill>
              </a:defRPr>
            </a:lvl7pPr>
            <a:lvl8pPr>
              <a:buNone/>
              <a:defRPr sz="4725" b="1">
                <a:solidFill>
                  <a:srgbClr val="153143"/>
                </a:solidFill>
              </a:defRPr>
            </a:lvl8pPr>
            <a:lvl9pPr>
              <a:buNone/>
              <a:defRPr sz="4725" b="1">
                <a:solidFill>
                  <a:srgbClr val="153143"/>
                </a:solidFill>
              </a:defRPr>
            </a:lvl9pPr>
          </a:lstStyle>
          <a:p xmlns:a="http://schemas.openxmlformats.org/drawingml/2006/main">
            <a:pPr>
              <a:buNone/>
              <a:defRPr sz="4725" b="1">
                <a:solidFill>
                  <a:srgbClr val="153143"/>
                </a:solidFill>
              </a:defRPr>
            </a:pPr>
            <a:r>
              <a:rPr sz="4725" b="1">
                <a:solidFill>
                  <a:srgbClr val="153143"/>
                </a:solidFill>
              </a:rPr>
              <a:t>Allocations + savings</a:t>
            </a:r>
          </a:p>
        </p:txBody>
      </p:sp>
      <p:sp>
        <p:nvSpPr>
          <p:cNvPr id="4" name="">
            <a:extLst xmlns:a="http://schemas.openxmlformats.org/drawingml/2006/main">
              <a:ext uri="{FF2B5EF4-FFF2-40B4-BE49-F238E27FC236}">
                <a16:creationId xmlns:a16="http://schemas.microsoft.com/office/drawing/2014/main" id="{F05E4801-70B4-4103-A75C-3922CE96BE00}"/>
              </a:ext>
            </a:extLst>
          </p:cNvPr>
          <p:cNvSpPr>
            <a:spLocks xmlns:a="http://schemas.openxmlformats.org/drawingml/2006/main" noGrp="1"/>
          </p:cNvSpPr>
          <p:nvPr/>
        </p:nvSpPr>
        <p:spPr>
          <a:xfrm xmlns:a="http://schemas.openxmlformats.org/drawingml/2006/main">
            <a:off x="742950" y="3838575"/>
            <a:ext cx="10572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00" b="1">
                <a:solidFill>
                  <a:srgbClr val="207958"/>
                </a:solidFill>
              </a:defRPr>
            </a:defPPr>
            <a:lvl1pPr>
              <a:buNone/>
              <a:defRPr sz="5100" b="1">
                <a:solidFill>
                  <a:srgbClr val="207958"/>
                </a:solidFill>
              </a:defRPr>
            </a:lvl1pPr>
            <a:lvl2pPr>
              <a:buNone/>
              <a:defRPr sz="5100" b="1">
                <a:solidFill>
                  <a:srgbClr val="207958"/>
                </a:solidFill>
              </a:defRPr>
            </a:lvl2pPr>
            <a:lvl3pPr>
              <a:buNone/>
              <a:defRPr sz="5100" b="1">
                <a:solidFill>
                  <a:srgbClr val="207958"/>
                </a:solidFill>
              </a:defRPr>
            </a:lvl3pPr>
            <a:lvl4pPr>
              <a:buNone/>
              <a:defRPr sz="5100" b="1">
                <a:solidFill>
                  <a:srgbClr val="207958"/>
                </a:solidFill>
              </a:defRPr>
            </a:lvl4pPr>
            <a:lvl5pPr>
              <a:buNone/>
              <a:defRPr sz="5100" b="1">
                <a:solidFill>
                  <a:srgbClr val="207958"/>
                </a:solidFill>
              </a:defRPr>
            </a:lvl5pPr>
            <a:lvl6pPr>
              <a:buNone/>
              <a:defRPr sz="5100" b="1">
                <a:solidFill>
                  <a:srgbClr val="207958"/>
                </a:solidFill>
              </a:defRPr>
            </a:lvl6pPr>
            <a:lvl7pPr>
              <a:buNone/>
              <a:defRPr sz="5100" b="1">
                <a:solidFill>
                  <a:srgbClr val="207958"/>
                </a:solidFill>
              </a:defRPr>
            </a:lvl7pPr>
            <a:lvl8pPr>
              <a:buNone/>
              <a:defRPr sz="5100" b="1">
                <a:solidFill>
                  <a:srgbClr val="207958"/>
                </a:solidFill>
              </a:defRPr>
            </a:lvl8pPr>
            <a:lvl9pPr>
              <a:buNone/>
              <a:defRPr sz="5100" b="1">
                <a:solidFill>
                  <a:srgbClr val="207958"/>
                </a:solidFill>
              </a:defRPr>
            </a:lvl9pPr>
          </a:lstStyle>
          <a:p xmlns:a="http://schemas.openxmlformats.org/drawingml/2006/main">
            <a:pPr>
              <a:buNone/>
              <a:defRPr sz="5100" b="1">
                <a:solidFill>
                  <a:srgbClr val="207958"/>
                </a:solidFill>
              </a:defRPr>
            </a:pPr>
            <a:r>
              <a:rPr sz="5100" b="1">
                <a:solidFill>
                  <a:srgbClr val="207958"/>
                </a:solidFill>
              </a:rPr>
              <a:t>≤ pay-period income</a:t>
            </a:r>
          </a:p>
        </p:txBody>
      </p:sp>
      <p:sp>
        <p:nvSpPr>
          <p:cNvPr id="5" name="">
            <a:extLst xmlns:a="http://schemas.openxmlformats.org/drawingml/2006/main">
              <a:ext uri="{FF2B5EF4-FFF2-40B4-BE49-F238E27FC236}">
                <a16:creationId xmlns:a16="http://schemas.microsoft.com/office/drawing/2014/main" id="{60757F06-2C16-48A4-A435-E5DDF37FA288}"/>
              </a:ext>
            </a:extLst>
          </p:cNvPr>
          <p:cNvSpPr>
            <a:spLocks xmlns:a="http://schemas.openxmlformats.org/drawingml/2006/main" noGrp="1"/>
          </p:cNvSpPr>
          <p:nvPr/>
        </p:nvSpPr>
        <p:spPr>
          <a:xfrm xmlns:a="http://schemas.openxmlformats.org/drawingml/2006/main">
            <a:off x="781050" y="5467350"/>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496170"/>
                </a:solidFill>
              </a:defRPr>
            </a:defPPr>
            <a:lvl1pPr>
              <a:buNone/>
              <a:defRPr sz="2100" b="0">
                <a:solidFill>
                  <a:srgbClr val="496170"/>
                </a:solidFill>
              </a:defRPr>
            </a:lvl1pPr>
            <a:lvl2pPr>
              <a:buNone/>
              <a:defRPr sz="2100" b="0">
                <a:solidFill>
                  <a:srgbClr val="496170"/>
                </a:solidFill>
              </a:defRPr>
            </a:lvl2pPr>
            <a:lvl3pPr>
              <a:buNone/>
              <a:defRPr sz="2100" b="0">
                <a:solidFill>
                  <a:srgbClr val="496170"/>
                </a:solidFill>
              </a:defRPr>
            </a:lvl3pPr>
            <a:lvl4pPr>
              <a:buNone/>
              <a:defRPr sz="2100" b="0">
                <a:solidFill>
                  <a:srgbClr val="496170"/>
                </a:solidFill>
              </a:defRPr>
            </a:lvl4pPr>
            <a:lvl5pPr>
              <a:buNone/>
              <a:defRPr sz="2100" b="0">
                <a:solidFill>
                  <a:srgbClr val="496170"/>
                </a:solidFill>
              </a:defRPr>
            </a:lvl5pPr>
            <a:lvl6pPr>
              <a:buNone/>
              <a:defRPr sz="2100" b="0">
                <a:solidFill>
                  <a:srgbClr val="496170"/>
                </a:solidFill>
              </a:defRPr>
            </a:lvl6pPr>
            <a:lvl7pPr>
              <a:buNone/>
              <a:defRPr sz="2100" b="0">
                <a:solidFill>
                  <a:srgbClr val="496170"/>
                </a:solidFill>
              </a:defRPr>
            </a:lvl7pPr>
            <a:lvl8pPr>
              <a:buNone/>
              <a:defRPr sz="2100" b="0">
                <a:solidFill>
                  <a:srgbClr val="496170"/>
                </a:solidFill>
              </a:defRPr>
            </a:lvl8pPr>
            <a:lvl9pPr>
              <a:buNone/>
              <a:defRPr sz="2100" b="0">
                <a:solidFill>
                  <a:srgbClr val="496170"/>
                </a:solidFill>
              </a:defRPr>
            </a:lvl9pPr>
          </a:lstStyle>
          <a:p xmlns:a="http://schemas.openxmlformats.org/drawingml/2006/main">
            <a:pPr>
              <a:buNone/>
              <a:defRPr sz="2100" b="0">
                <a:solidFill>
                  <a:srgbClr val="496170"/>
                </a:solidFill>
              </a:defRPr>
            </a:pPr>
            <a:r>
              <a:rPr sz="2100" b="0">
                <a:solidFill>
                  <a:srgbClr val="496170"/>
                </a:solidFill>
              </a:rPr>
              <a:t>Equality is accepted. An over-income plan receives a form error.</a:t>
            </a:r>
          </a:p>
        </p:txBody>
      </p:sp>
    </p:spTree>
    <p:extLst>
      <p:ext uri="{BB962C8B-B14F-4D97-AF65-F5344CB8AC3E}">
        <p14:creationId xmlns:p14="http://schemas.microsoft.com/office/powerpoint/2010/main" val="51162682"/>
      </p:ext>
    </p:extLst>
  </p:cSld>
</p:sld>
</file>

<file path=ppt/slides/slide8.xml><?xml version="1.0" encoding="utf-8"?>
<p:sld xmlns:p="http://schemas.openxmlformats.org/presentationml/2006/main">
  <p:cSld>
    <p:bg>
      <p:bgPr>
        <a:solidFill xmlns:a="http://schemas.openxmlformats.org/drawingml/2006/main">
          <a:srgbClr val="0A243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46ACE1-7897-40F2-99E4-98926DBA0100}"/>
              </a:ext>
            </a:extLst>
          </p:cNvPr>
          <p:cNvSpPr>
            <a:spLocks xmlns:a="http://schemas.openxmlformats.org/drawingml/2006/main" noGrp="1"/>
          </p:cNvSpPr>
          <p:nvPr/>
        </p:nvSpPr>
        <p:spPr>
          <a:xfrm xmlns:a="http://schemas.openxmlformats.org/drawingml/2006/main">
            <a:off x="723900" y="438150"/>
            <a:ext cx="1074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4E4BC"/>
                </a:solidFill>
              </a:defRPr>
            </a:defPPr>
            <a:lvl1pPr>
              <a:buNone/>
              <a:defRPr sz="1350" b="1">
                <a:solidFill>
                  <a:srgbClr val="A4E4BC"/>
                </a:solidFill>
              </a:defRPr>
            </a:lvl1pPr>
            <a:lvl2pPr>
              <a:buNone/>
              <a:defRPr sz="1350" b="1">
                <a:solidFill>
                  <a:srgbClr val="A4E4BC"/>
                </a:solidFill>
              </a:defRPr>
            </a:lvl2pPr>
            <a:lvl3pPr>
              <a:buNone/>
              <a:defRPr sz="1350" b="1">
                <a:solidFill>
                  <a:srgbClr val="A4E4BC"/>
                </a:solidFill>
              </a:defRPr>
            </a:lvl3pPr>
            <a:lvl4pPr>
              <a:buNone/>
              <a:defRPr sz="1350" b="1">
                <a:solidFill>
                  <a:srgbClr val="A4E4BC"/>
                </a:solidFill>
              </a:defRPr>
            </a:lvl4pPr>
            <a:lvl5pPr>
              <a:buNone/>
              <a:defRPr sz="1350" b="1">
                <a:solidFill>
                  <a:srgbClr val="A4E4BC"/>
                </a:solidFill>
              </a:defRPr>
            </a:lvl5pPr>
            <a:lvl6pPr>
              <a:buNone/>
              <a:defRPr sz="1350" b="1">
                <a:solidFill>
                  <a:srgbClr val="A4E4BC"/>
                </a:solidFill>
              </a:defRPr>
            </a:lvl6pPr>
            <a:lvl7pPr>
              <a:buNone/>
              <a:defRPr sz="1350" b="1">
                <a:solidFill>
                  <a:srgbClr val="A4E4BC"/>
                </a:solidFill>
              </a:defRPr>
            </a:lvl7pPr>
            <a:lvl8pPr>
              <a:buNone/>
              <a:defRPr sz="1350" b="1">
                <a:solidFill>
                  <a:srgbClr val="A4E4BC"/>
                </a:solidFill>
              </a:defRPr>
            </a:lvl8pPr>
            <a:lvl9pPr>
              <a:buNone/>
              <a:defRPr sz="1350" b="1">
                <a:solidFill>
                  <a:srgbClr val="A4E4BC"/>
                </a:solidFill>
              </a:defRPr>
            </a:lvl9pPr>
          </a:lstStyle>
          <a:p xmlns:a="http://schemas.openxmlformats.org/drawingml/2006/main">
            <a:pPr>
              <a:buNone/>
              <a:defRPr sz="1350" b="1">
                <a:solidFill>
                  <a:srgbClr val="A4E4BC"/>
                </a:solidFill>
              </a:defRPr>
            </a:pPr>
            <a:r>
              <a:rPr sz="1350" b="1">
                <a:solidFill>
                  <a:srgbClr val="A4E4BC"/>
                </a:solidFill>
              </a:rPr>
              <a:t>RETRIEVAL AND ANSWERS</a:t>
            </a:r>
          </a:p>
        </p:txBody>
      </p:sp>
      <p:sp>
        <p:nvSpPr>
          <p:cNvPr id="2" name="">
            <a:extLst xmlns:a="http://schemas.openxmlformats.org/drawingml/2006/main">
              <a:ext uri="{FF2B5EF4-FFF2-40B4-BE49-F238E27FC236}">
                <a16:creationId xmlns:a16="http://schemas.microsoft.com/office/drawing/2014/main" id="{5A1B552A-8596-4254-B19B-24FB10950879}"/>
              </a:ext>
            </a:extLst>
          </p:cNvPr>
          <p:cNvSpPr>
            <a:spLocks xmlns:a="http://schemas.openxmlformats.org/drawingml/2006/main" noGrp="1"/>
          </p:cNvSpPr>
          <p:nvPr/>
        </p:nvSpPr>
        <p:spPr>
          <a:xfrm xmlns:a="http://schemas.openxmlformats.org/drawingml/2006/main">
            <a:off x="723900" y="99060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F5F1E8"/>
                </a:solidFill>
              </a:defRPr>
            </a:defPPr>
            <a:lvl1pPr>
              <a:buNone/>
              <a:defRPr sz="4050" b="1">
                <a:solidFill>
                  <a:srgbClr val="F5F1E8"/>
                </a:solidFill>
              </a:defRPr>
            </a:lvl1pPr>
            <a:lvl2pPr>
              <a:buNone/>
              <a:defRPr sz="4050" b="1">
                <a:solidFill>
                  <a:srgbClr val="F5F1E8"/>
                </a:solidFill>
              </a:defRPr>
            </a:lvl2pPr>
            <a:lvl3pPr>
              <a:buNone/>
              <a:defRPr sz="4050" b="1">
                <a:solidFill>
                  <a:srgbClr val="F5F1E8"/>
                </a:solidFill>
              </a:defRPr>
            </a:lvl3pPr>
            <a:lvl4pPr>
              <a:buNone/>
              <a:defRPr sz="4050" b="1">
                <a:solidFill>
                  <a:srgbClr val="F5F1E8"/>
                </a:solidFill>
              </a:defRPr>
            </a:lvl4pPr>
            <a:lvl5pPr>
              <a:buNone/>
              <a:defRPr sz="4050" b="1">
                <a:solidFill>
                  <a:srgbClr val="F5F1E8"/>
                </a:solidFill>
              </a:defRPr>
            </a:lvl5pPr>
            <a:lvl6pPr>
              <a:buNone/>
              <a:defRPr sz="4050" b="1">
                <a:solidFill>
                  <a:srgbClr val="F5F1E8"/>
                </a:solidFill>
              </a:defRPr>
            </a:lvl6pPr>
            <a:lvl7pPr>
              <a:buNone/>
              <a:defRPr sz="4050" b="1">
                <a:solidFill>
                  <a:srgbClr val="F5F1E8"/>
                </a:solidFill>
              </a:defRPr>
            </a:lvl7pPr>
            <a:lvl8pPr>
              <a:buNone/>
              <a:defRPr sz="4050" b="1">
                <a:solidFill>
                  <a:srgbClr val="F5F1E8"/>
                </a:solidFill>
              </a:defRPr>
            </a:lvl8pPr>
            <a:lvl9pPr>
              <a:buNone/>
              <a:defRPr sz="4050" b="1">
                <a:solidFill>
                  <a:srgbClr val="F5F1E8"/>
                </a:solidFill>
              </a:defRPr>
            </a:lvl9pPr>
          </a:lstStyle>
          <a:p xmlns:a="http://schemas.openxmlformats.org/drawingml/2006/main">
            <a:pPr>
              <a:buNone/>
              <a:defRPr sz="4050" b="1">
                <a:solidFill>
                  <a:srgbClr val="F5F1E8"/>
                </a:solidFill>
              </a:defRPr>
            </a:pPr>
            <a:r>
              <a:rPr sz="4050" b="1">
                <a:solidFill>
                  <a:srgbClr val="F5F1E8"/>
                </a:solidFill>
              </a:rPr>
              <a:t>Evidence stays attached to the answer.</a:t>
            </a:r>
          </a:p>
        </p:txBody>
      </p:sp>
      <p:sp>
        <p:nvSpPr>
          <p:cNvPr id="3" name="">
            <a:extLst xmlns:a="http://schemas.openxmlformats.org/drawingml/2006/main">
              <a:ext uri="{FF2B5EF4-FFF2-40B4-BE49-F238E27FC236}">
                <a16:creationId xmlns:a16="http://schemas.microsoft.com/office/drawing/2014/main" id="{62E43AA1-7F4F-466E-9C5F-0C517A9C00E9}"/>
              </a:ext>
            </a:extLst>
          </p:cNvPr>
          <p:cNvSpPr>
            <a:spLocks xmlns:a="http://schemas.openxmlformats.org/drawingml/2006/main" noGrp="1"/>
          </p:cNvSpPr>
          <p:nvPr/>
        </p:nvSpPr>
        <p:spPr>
          <a:xfrm xmlns:a="http://schemas.openxmlformats.org/drawingml/2006/main">
            <a:off x="723900" y="2733675"/>
            <a:ext cx="5810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600" b="1">
                <a:solidFill>
                  <a:srgbClr val="A4E4BC"/>
                </a:solidFill>
              </a:defRPr>
            </a:defPPr>
            <a:lvl1pPr>
              <a:buNone/>
              <a:defRPr sz="9600" b="1">
                <a:solidFill>
                  <a:srgbClr val="A4E4BC"/>
                </a:solidFill>
              </a:defRPr>
            </a:lvl1pPr>
            <a:lvl2pPr>
              <a:buNone/>
              <a:defRPr sz="9600" b="1">
                <a:solidFill>
                  <a:srgbClr val="A4E4BC"/>
                </a:solidFill>
              </a:defRPr>
            </a:lvl2pPr>
            <a:lvl3pPr>
              <a:buNone/>
              <a:defRPr sz="9600" b="1">
                <a:solidFill>
                  <a:srgbClr val="A4E4BC"/>
                </a:solidFill>
              </a:defRPr>
            </a:lvl3pPr>
            <a:lvl4pPr>
              <a:buNone/>
              <a:defRPr sz="9600" b="1">
                <a:solidFill>
                  <a:srgbClr val="A4E4BC"/>
                </a:solidFill>
              </a:defRPr>
            </a:lvl4pPr>
            <a:lvl5pPr>
              <a:buNone/>
              <a:defRPr sz="9600" b="1">
                <a:solidFill>
                  <a:srgbClr val="A4E4BC"/>
                </a:solidFill>
              </a:defRPr>
            </a:lvl5pPr>
            <a:lvl6pPr>
              <a:buNone/>
              <a:defRPr sz="9600" b="1">
                <a:solidFill>
                  <a:srgbClr val="A4E4BC"/>
                </a:solidFill>
              </a:defRPr>
            </a:lvl6pPr>
            <a:lvl7pPr>
              <a:buNone/>
              <a:defRPr sz="9600" b="1">
                <a:solidFill>
                  <a:srgbClr val="A4E4BC"/>
                </a:solidFill>
              </a:defRPr>
            </a:lvl7pPr>
            <a:lvl8pPr>
              <a:buNone/>
              <a:defRPr sz="9600" b="1">
                <a:solidFill>
                  <a:srgbClr val="A4E4BC"/>
                </a:solidFill>
              </a:defRPr>
            </a:lvl8pPr>
            <a:lvl9pPr>
              <a:buNone/>
              <a:defRPr sz="9600" b="1">
                <a:solidFill>
                  <a:srgbClr val="A4E4BC"/>
                </a:solidFill>
              </a:defRPr>
            </a:lvl9pPr>
          </a:lstStyle>
          <a:p xmlns:a="http://schemas.openxmlformats.org/drawingml/2006/main">
            <a:pPr>
              <a:buNone/>
              <a:defRPr sz="9600" b="1">
                <a:solidFill>
                  <a:srgbClr val="A4E4BC"/>
                </a:solidFill>
              </a:defRPr>
            </a:pPr>
            <a:r>
              <a:rPr sz="9600" b="1">
                <a:solidFill>
                  <a:srgbClr val="A4E4BC"/>
                </a:solidFill>
              </a:rPr>
              <a:t>15 / 15</a:t>
            </a:r>
          </a:p>
        </p:txBody>
      </p:sp>
      <p:sp>
        <p:nvSpPr>
          <p:cNvPr id="4" name="">
            <a:extLst xmlns:a="http://schemas.openxmlformats.org/drawingml/2006/main">
              <a:ext uri="{FF2B5EF4-FFF2-40B4-BE49-F238E27FC236}">
                <a16:creationId xmlns:a16="http://schemas.microsoft.com/office/drawing/2014/main" id="{BC94F61B-6213-4045-95B1-B08621F30FA6}"/>
              </a:ext>
            </a:extLst>
          </p:cNvPr>
          <p:cNvSpPr>
            <a:spLocks xmlns:a="http://schemas.openxmlformats.org/drawingml/2006/main" noGrp="1"/>
          </p:cNvSpPr>
          <p:nvPr/>
        </p:nvSpPr>
        <p:spPr>
          <a:xfrm xmlns:a="http://schemas.openxmlformats.org/drawingml/2006/main">
            <a:off x="790575" y="4381500"/>
            <a:ext cx="666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0">
                <a:solidFill>
                  <a:srgbClr val="F5F1E8"/>
                </a:solidFill>
              </a:defRPr>
            </a:defPPr>
            <a:lvl1pPr>
              <a:buNone/>
              <a:defRPr sz="2475" b="0">
                <a:solidFill>
                  <a:srgbClr val="F5F1E8"/>
                </a:solidFill>
              </a:defRPr>
            </a:lvl1pPr>
            <a:lvl2pPr>
              <a:buNone/>
              <a:defRPr sz="2475" b="0">
                <a:solidFill>
                  <a:srgbClr val="F5F1E8"/>
                </a:solidFill>
              </a:defRPr>
            </a:lvl2pPr>
            <a:lvl3pPr>
              <a:buNone/>
              <a:defRPr sz="2475" b="0">
                <a:solidFill>
                  <a:srgbClr val="F5F1E8"/>
                </a:solidFill>
              </a:defRPr>
            </a:lvl3pPr>
            <a:lvl4pPr>
              <a:buNone/>
              <a:defRPr sz="2475" b="0">
                <a:solidFill>
                  <a:srgbClr val="F5F1E8"/>
                </a:solidFill>
              </a:defRPr>
            </a:lvl4pPr>
            <a:lvl5pPr>
              <a:buNone/>
              <a:defRPr sz="2475" b="0">
                <a:solidFill>
                  <a:srgbClr val="F5F1E8"/>
                </a:solidFill>
              </a:defRPr>
            </a:lvl5pPr>
            <a:lvl6pPr>
              <a:buNone/>
              <a:defRPr sz="2475" b="0">
                <a:solidFill>
                  <a:srgbClr val="F5F1E8"/>
                </a:solidFill>
              </a:defRPr>
            </a:lvl6pPr>
            <a:lvl7pPr>
              <a:buNone/>
              <a:defRPr sz="2475" b="0">
                <a:solidFill>
                  <a:srgbClr val="F5F1E8"/>
                </a:solidFill>
              </a:defRPr>
            </a:lvl7pPr>
            <a:lvl8pPr>
              <a:buNone/>
              <a:defRPr sz="2475" b="0">
                <a:solidFill>
                  <a:srgbClr val="F5F1E8"/>
                </a:solidFill>
              </a:defRPr>
            </a:lvl8pPr>
            <a:lvl9pPr>
              <a:buNone/>
              <a:defRPr sz="2475" b="0">
                <a:solidFill>
                  <a:srgbClr val="F5F1E8"/>
                </a:solidFill>
              </a:defRPr>
            </a:lvl9pPr>
          </a:lstStyle>
          <a:p xmlns:a="http://schemas.openxmlformats.org/drawingml/2006/main">
            <a:pPr>
              <a:buNone/>
              <a:defRPr sz="2475" b="0">
                <a:solidFill>
                  <a:srgbClr val="F5F1E8"/>
                </a:solidFill>
              </a:defRPr>
            </a:pPr>
            <a:r>
              <a:rPr sz="2475" b="0">
                <a:solidFill>
                  <a:srgbClr val="F5F1E8"/>
                </a:solidFill>
              </a:rPr>
              <a:t>answers met the recorded</a:t>
            </a:r>
          </a:p>
          <a:p xmlns:a="http://schemas.openxmlformats.org/drawingml/2006/main">
            <a:pPr>
              <a:buNone/>
              <a:defRPr sz="2475" b="0">
                <a:solidFill>
                  <a:srgbClr val="F5F1E8"/>
                </a:solidFill>
              </a:defRPr>
            </a:pPr>
            <a:r>
              <a:rPr sz="2475" b="0">
                <a:solidFill>
                  <a:srgbClr val="F5F1E8"/>
                </a:solidFill>
              </a:rPr>
              <a:t>grounding criteria in the retest.</a:t>
            </a:r>
          </a:p>
        </p:txBody>
      </p:sp>
      <p:sp>
        <p:nvSpPr>
          <p:cNvPr id="5" name="">
            <a:extLst xmlns:a="http://schemas.openxmlformats.org/drawingml/2006/main">
              <a:ext uri="{FF2B5EF4-FFF2-40B4-BE49-F238E27FC236}">
                <a16:creationId xmlns:a16="http://schemas.microsoft.com/office/drawing/2014/main" id="{08E8479F-92B2-4E35-82BD-745393B5B697}"/>
              </a:ext>
            </a:extLst>
          </p:cNvPr>
          <p:cNvSpPr>
            <a:spLocks xmlns:a="http://schemas.openxmlformats.org/drawingml/2006/main" noGrp="1"/>
          </p:cNvSpPr>
          <p:nvPr/>
        </p:nvSpPr>
        <p:spPr>
          <a:xfrm xmlns:a="http://schemas.openxmlformats.org/drawingml/2006/main">
            <a:off x="8810625" y="2733675"/>
            <a:ext cx="2333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425" b="1">
                <a:solidFill>
                  <a:srgbClr val="F5F1E8"/>
                </a:solidFill>
              </a:defRPr>
            </a:defPPr>
            <a:lvl1pPr>
              <a:buNone/>
              <a:defRPr sz="4425" b="1">
                <a:solidFill>
                  <a:srgbClr val="F5F1E8"/>
                </a:solidFill>
              </a:defRPr>
            </a:lvl1pPr>
            <a:lvl2pPr>
              <a:buNone/>
              <a:defRPr sz="4425" b="1">
                <a:solidFill>
                  <a:srgbClr val="F5F1E8"/>
                </a:solidFill>
              </a:defRPr>
            </a:lvl2pPr>
            <a:lvl3pPr>
              <a:buNone/>
              <a:defRPr sz="4425" b="1">
                <a:solidFill>
                  <a:srgbClr val="F5F1E8"/>
                </a:solidFill>
              </a:defRPr>
            </a:lvl3pPr>
            <a:lvl4pPr>
              <a:buNone/>
              <a:defRPr sz="4425" b="1">
                <a:solidFill>
                  <a:srgbClr val="F5F1E8"/>
                </a:solidFill>
              </a:defRPr>
            </a:lvl4pPr>
            <a:lvl5pPr>
              <a:buNone/>
              <a:defRPr sz="4425" b="1">
                <a:solidFill>
                  <a:srgbClr val="F5F1E8"/>
                </a:solidFill>
              </a:defRPr>
            </a:lvl5pPr>
            <a:lvl6pPr>
              <a:buNone/>
              <a:defRPr sz="4425" b="1">
                <a:solidFill>
                  <a:srgbClr val="F5F1E8"/>
                </a:solidFill>
              </a:defRPr>
            </a:lvl6pPr>
            <a:lvl7pPr>
              <a:buNone/>
              <a:defRPr sz="4425" b="1">
                <a:solidFill>
                  <a:srgbClr val="F5F1E8"/>
                </a:solidFill>
              </a:defRPr>
            </a:lvl7pPr>
            <a:lvl8pPr>
              <a:buNone/>
              <a:defRPr sz="4425" b="1">
                <a:solidFill>
                  <a:srgbClr val="F5F1E8"/>
                </a:solidFill>
              </a:defRPr>
            </a:lvl8pPr>
            <a:lvl9pPr>
              <a:buNone/>
              <a:defRPr sz="4425" b="1">
                <a:solidFill>
                  <a:srgbClr val="F5F1E8"/>
                </a:solidFill>
              </a:defRPr>
            </a:lvl9pPr>
          </a:lstStyle>
          <a:p xmlns:a="http://schemas.openxmlformats.org/drawingml/2006/main">
            <a:pPr>
              <a:buNone/>
              <a:defRPr sz="4425" b="1">
                <a:solidFill>
                  <a:srgbClr val="F5F1E8"/>
                </a:solidFill>
              </a:defRPr>
            </a:pPr>
            <a:r>
              <a:rPr sz="4425" b="1">
                <a:solidFill>
                  <a:srgbClr val="F5F1E8"/>
                </a:solidFill>
              </a:rPr>
              <a:t>12</a:t>
            </a:r>
          </a:p>
        </p:txBody>
      </p:sp>
      <p:sp>
        <p:nvSpPr>
          <p:cNvPr id="6" name="">
            <a:extLst xmlns:a="http://schemas.openxmlformats.org/drawingml/2006/main">
              <a:ext uri="{FF2B5EF4-FFF2-40B4-BE49-F238E27FC236}">
                <a16:creationId xmlns:a16="http://schemas.microsoft.com/office/drawing/2014/main" id="{F361F081-E0B1-4173-A3B0-563B9A9DBF43}"/>
              </a:ext>
            </a:extLst>
          </p:cNvPr>
          <p:cNvSpPr>
            <a:spLocks xmlns:a="http://schemas.openxmlformats.org/drawingml/2006/main" noGrp="1"/>
          </p:cNvSpPr>
          <p:nvPr/>
        </p:nvSpPr>
        <p:spPr>
          <a:xfrm xmlns:a="http://schemas.openxmlformats.org/drawingml/2006/main">
            <a:off x="8848725" y="3486150"/>
            <a:ext cx="2552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A4E4BC"/>
                </a:solidFill>
              </a:defRPr>
            </a:defPPr>
            <a:lvl1pPr>
              <a:buNone/>
              <a:defRPr sz="1800" b="0">
                <a:solidFill>
                  <a:srgbClr val="A4E4BC"/>
                </a:solidFill>
              </a:defRPr>
            </a:lvl1pPr>
            <a:lvl2pPr>
              <a:buNone/>
              <a:defRPr sz="1800" b="0">
                <a:solidFill>
                  <a:srgbClr val="A4E4BC"/>
                </a:solidFill>
              </a:defRPr>
            </a:lvl2pPr>
            <a:lvl3pPr>
              <a:buNone/>
              <a:defRPr sz="1800" b="0">
                <a:solidFill>
                  <a:srgbClr val="A4E4BC"/>
                </a:solidFill>
              </a:defRPr>
            </a:lvl3pPr>
            <a:lvl4pPr>
              <a:buNone/>
              <a:defRPr sz="1800" b="0">
                <a:solidFill>
                  <a:srgbClr val="A4E4BC"/>
                </a:solidFill>
              </a:defRPr>
            </a:lvl4pPr>
            <a:lvl5pPr>
              <a:buNone/>
              <a:defRPr sz="1800" b="0">
                <a:solidFill>
                  <a:srgbClr val="A4E4BC"/>
                </a:solidFill>
              </a:defRPr>
            </a:lvl5pPr>
            <a:lvl6pPr>
              <a:buNone/>
              <a:defRPr sz="1800" b="0">
                <a:solidFill>
                  <a:srgbClr val="A4E4BC"/>
                </a:solidFill>
              </a:defRPr>
            </a:lvl6pPr>
            <a:lvl7pPr>
              <a:buNone/>
              <a:defRPr sz="1800" b="0">
                <a:solidFill>
                  <a:srgbClr val="A4E4BC"/>
                </a:solidFill>
              </a:defRPr>
            </a:lvl7pPr>
            <a:lvl8pPr>
              <a:buNone/>
              <a:defRPr sz="1800" b="0">
                <a:solidFill>
                  <a:srgbClr val="A4E4BC"/>
                </a:solidFill>
              </a:defRPr>
            </a:lvl8pPr>
            <a:lvl9pPr>
              <a:buNone/>
              <a:defRPr sz="1800" b="0">
                <a:solidFill>
                  <a:srgbClr val="A4E4BC"/>
                </a:solidFill>
              </a:defRPr>
            </a:lvl9pPr>
          </a:lstStyle>
          <a:p xmlns:a="http://schemas.openxmlformats.org/drawingml/2006/main">
            <a:pPr>
              <a:buNone/>
              <a:defRPr sz="1800" b="0">
                <a:solidFill>
                  <a:srgbClr val="A4E4BC"/>
                </a:solidFill>
              </a:defRPr>
            </a:pPr>
            <a:r>
              <a:rPr sz="1800" b="0">
                <a:solidFill>
                  <a:srgbClr val="A4E4BC"/>
                </a:solidFill>
              </a:rPr>
              <a:t>answerable</a:t>
            </a:r>
          </a:p>
        </p:txBody>
      </p:sp>
      <p:sp>
        <p:nvSpPr>
          <p:cNvPr id="7" name="">
            <a:extLst xmlns:a="http://schemas.openxmlformats.org/drawingml/2006/main">
              <a:ext uri="{FF2B5EF4-FFF2-40B4-BE49-F238E27FC236}">
                <a16:creationId xmlns:a16="http://schemas.microsoft.com/office/drawing/2014/main" id="{68679730-9933-476C-B488-7E3AF0CF973B}"/>
              </a:ext>
            </a:extLst>
          </p:cNvPr>
          <p:cNvSpPr>
            <a:spLocks xmlns:a="http://schemas.openxmlformats.org/drawingml/2006/main" noGrp="1"/>
          </p:cNvSpPr>
          <p:nvPr/>
        </p:nvSpPr>
        <p:spPr>
          <a:xfrm xmlns:a="http://schemas.openxmlformats.org/drawingml/2006/main">
            <a:off x="8810625" y="41148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5F1E8"/>
                </a:solidFill>
              </a:defRPr>
            </a:defPPr>
            <a:lvl1pPr>
              <a:buNone/>
              <a:defRPr sz="2550" b="1">
                <a:solidFill>
                  <a:srgbClr val="F5F1E8"/>
                </a:solidFill>
              </a:defRPr>
            </a:lvl1pPr>
            <a:lvl2pPr>
              <a:buNone/>
              <a:defRPr sz="2550" b="1">
                <a:solidFill>
                  <a:srgbClr val="F5F1E8"/>
                </a:solidFill>
              </a:defRPr>
            </a:lvl2pPr>
            <a:lvl3pPr>
              <a:buNone/>
              <a:defRPr sz="2550" b="1">
                <a:solidFill>
                  <a:srgbClr val="F5F1E8"/>
                </a:solidFill>
              </a:defRPr>
            </a:lvl3pPr>
            <a:lvl4pPr>
              <a:buNone/>
              <a:defRPr sz="2550" b="1">
                <a:solidFill>
                  <a:srgbClr val="F5F1E8"/>
                </a:solidFill>
              </a:defRPr>
            </a:lvl4pPr>
            <a:lvl5pPr>
              <a:buNone/>
              <a:defRPr sz="2550" b="1">
                <a:solidFill>
                  <a:srgbClr val="F5F1E8"/>
                </a:solidFill>
              </a:defRPr>
            </a:lvl5pPr>
            <a:lvl6pPr>
              <a:buNone/>
              <a:defRPr sz="2550" b="1">
                <a:solidFill>
                  <a:srgbClr val="F5F1E8"/>
                </a:solidFill>
              </a:defRPr>
            </a:lvl6pPr>
            <a:lvl7pPr>
              <a:buNone/>
              <a:defRPr sz="2550" b="1">
                <a:solidFill>
                  <a:srgbClr val="F5F1E8"/>
                </a:solidFill>
              </a:defRPr>
            </a:lvl7pPr>
            <a:lvl8pPr>
              <a:buNone/>
              <a:defRPr sz="2550" b="1">
                <a:solidFill>
                  <a:srgbClr val="F5F1E8"/>
                </a:solidFill>
              </a:defRPr>
            </a:lvl8pPr>
            <a:lvl9pPr>
              <a:buNone/>
              <a:defRPr sz="2550" b="1">
                <a:solidFill>
                  <a:srgbClr val="F5F1E8"/>
                </a:solidFill>
              </a:defRPr>
            </a:lvl9pPr>
          </a:lstStyle>
          <a:p xmlns:a="http://schemas.openxmlformats.org/drawingml/2006/main">
            <a:pPr>
              <a:buNone/>
              <a:defRPr sz="2550" b="1">
                <a:solidFill>
                  <a:srgbClr val="F5F1E8"/>
                </a:solidFill>
              </a:defRPr>
            </a:pPr>
            <a:r>
              <a:rPr sz="2550" b="1">
                <a:solidFill>
                  <a:srgbClr val="F5F1E8"/>
                </a:solidFill>
              </a:rPr>
              <a:t>1 mixed</a:t>
            </a:r>
          </a:p>
        </p:txBody>
      </p:sp>
      <p:sp>
        <p:nvSpPr>
          <p:cNvPr id="8" name="">
            <a:extLst xmlns:a="http://schemas.openxmlformats.org/drawingml/2006/main">
              <a:ext uri="{FF2B5EF4-FFF2-40B4-BE49-F238E27FC236}">
                <a16:creationId xmlns:a16="http://schemas.microsoft.com/office/drawing/2014/main" id="{6E930821-FAEF-4A28-895D-6C4E08BC92E0}"/>
              </a:ext>
            </a:extLst>
          </p:cNvPr>
          <p:cNvSpPr>
            <a:spLocks xmlns:a="http://schemas.openxmlformats.org/drawingml/2006/main" noGrp="1"/>
          </p:cNvSpPr>
          <p:nvPr/>
        </p:nvSpPr>
        <p:spPr>
          <a:xfrm xmlns:a="http://schemas.openxmlformats.org/drawingml/2006/main">
            <a:off x="8810625" y="4905375"/>
            <a:ext cx="2714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5F1E8"/>
                </a:solidFill>
              </a:defRPr>
            </a:defPPr>
            <a:lvl1pPr>
              <a:buNone/>
              <a:defRPr sz="2550" b="1">
                <a:solidFill>
                  <a:srgbClr val="F5F1E8"/>
                </a:solidFill>
              </a:defRPr>
            </a:lvl1pPr>
            <a:lvl2pPr>
              <a:buNone/>
              <a:defRPr sz="2550" b="1">
                <a:solidFill>
                  <a:srgbClr val="F5F1E8"/>
                </a:solidFill>
              </a:defRPr>
            </a:lvl2pPr>
            <a:lvl3pPr>
              <a:buNone/>
              <a:defRPr sz="2550" b="1">
                <a:solidFill>
                  <a:srgbClr val="F5F1E8"/>
                </a:solidFill>
              </a:defRPr>
            </a:lvl3pPr>
            <a:lvl4pPr>
              <a:buNone/>
              <a:defRPr sz="2550" b="1">
                <a:solidFill>
                  <a:srgbClr val="F5F1E8"/>
                </a:solidFill>
              </a:defRPr>
            </a:lvl4pPr>
            <a:lvl5pPr>
              <a:buNone/>
              <a:defRPr sz="2550" b="1">
                <a:solidFill>
                  <a:srgbClr val="F5F1E8"/>
                </a:solidFill>
              </a:defRPr>
            </a:lvl5pPr>
            <a:lvl6pPr>
              <a:buNone/>
              <a:defRPr sz="2550" b="1">
                <a:solidFill>
                  <a:srgbClr val="F5F1E8"/>
                </a:solidFill>
              </a:defRPr>
            </a:lvl6pPr>
            <a:lvl7pPr>
              <a:buNone/>
              <a:defRPr sz="2550" b="1">
                <a:solidFill>
                  <a:srgbClr val="F5F1E8"/>
                </a:solidFill>
              </a:defRPr>
            </a:lvl7pPr>
            <a:lvl8pPr>
              <a:buNone/>
              <a:defRPr sz="2550" b="1">
                <a:solidFill>
                  <a:srgbClr val="F5F1E8"/>
                </a:solidFill>
              </a:defRPr>
            </a:lvl8pPr>
            <a:lvl9pPr>
              <a:buNone/>
              <a:defRPr sz="2550" b="1">
                <a:solidFill>
                  <a:srgbClr val="F5F1E8"/>
                </a:solidFill>
              </a:defRPr>
            </a:lvl9pPr>
          </a:lstStyle>
          <a:p xmlns:a="http://schemas.openxmlformats.org/drawingml/2006/main">
            <a:pPr>
              <a:buNone/>
              <a:defRPr sz="2550" b="1">
                <a:solidFill>
                  <a:srgbClr val="F5F1E8"/>
                </a:solidFill>
              </a:defRPr>
            </a:pPr>
            <a:r>
              <a:rPr sz="2550" b="1">
                <a:solidFill>
                  <a:srgbClr val="F5F1E8"/>
                </a:solidFill>
              </a:rPr>
              <a:t>2 unsupported</a:t>
            </a:r>
          </a:p>
        </p:txBody>
      </p:sp>
    </p:spTree>
    <p:extLst>
      <p:ext uri="{BB962C8B-B14F-4D97-AF65-F5344CB8AC3E}">
        <p14:creationId xmlns:p14="http://schemas.microsoft.com/office/powerpoint/2010/main" val="872408761"/>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AFC34B-AC13-4116-A86E-82DFF1B6FC7F}"/>
              </a:ext>
            </a:extLst>
          </p:cNvPr>
          <p:cNvSpPr>
            <a:spLocks xmlns:a="http://schemas.openxmlformats.org/drawingml/2006/main" noGrp="1"/>
          </p:cNvSpPr>
          <p:nvPr/>
        </p:nvSpPr>
        <p:spPr>
          <a:xfrm xmlns:a="http://schemas.openxmlformats.org/drawingml/2006/main">
            <a:off x="723900" y="438150"/>
            <a:ext cx="1074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496170"/>
                </a:solidFill>
              </a:defRPr>
            </a:defPPr>
            <a:lvl1pPr>
              <a:buNone/>
              <a:defRPr sz="1350" b="1">
                <a:solidFill>
                  <a:srgbClr val="496170"/>
                </a:solidFill>
              </a:defRPr>
            </a:lvl1pPr>
            <a:lvl2pPr>
              <a:buNone/>
              <a:defRPr sz="1350" b="1">
                <a:solidFill>
                  <a:srgbClr val="496170"/>
                </a:solidFill>
              </a:defRPr>
            </a:lvl2pPr>
            <a:lvl3pPr>
              <a:buNone/>
              <a:defRPr sz="1350" b="1">
                <a:solidFill>
                  <a:srgbClr val="496170"/>
                </a:solidFill>
              </a:defRPr>
            </a:lvl3pPr>
            <a:lvl4pPr>
              <a:buNone/>
              <a:defRPr sz="1350" b="1">
                <a:solidFill>
                  <a:srgbClr val="496170"/>
                </a:solidFill>
              </a:defRPr>
            </a:lvl4pPr>
            <a:lvl5pPr>
              <a:buNone/>
              <a:defRPr sz="1350" b="1">
                <a:solidFill>
                  <a:srgbClr val="496170"/>
                </a:solidFill>
              </a:defRPr>
            </a:lvl5pPr>
            <a:lvl6pPr>
              <a:buNone/>
              <a:defRPr sz="1350" b="1">
                <a:solidFill>
                  <a:srgbClr val="496170"/>
                </a:solidFill>
              </a:defRPr>
            </a:lvl6pPr>
            <a:lvl7pPr>
              <a:buNone/>
              <a:defRPr sz="1350" b="1">
                <a:solidFill>
                  <a:srgbClr val="496170"/>
                </a:solidFill>
              </a:defRPr>
            </a:lvl7pPr>
            <a:lvl8pPr>
              <a:buNone/>
              <a:defRPr sz="1350" b="1">
                <a:solidFill>
                  <a:srgbClr val="496170"/>
                </a:solidFill>
              </a:defRPr>
            </a:lvl8pPr>
            <a:lvl9pPr>
              <a:buNone/>
              <a:defRPr sz="1350" b="1">
                <a:solidFill>
                  <a:srgbClr val="496170"/>
                </a:solidFill>
              </a:defRPr>
            </a:lvl9pPr>
          </a:lstStyle>
          <a:p xmlns:a="http://schemas.openxmlformats.org/drawingml/2006/main">
            <a:pPr>
              <a:buNone/>
              <a:defRPr sz="1350" b="1">
                <a:solidFill>
                  <a:srgbClr val="496170"/>
                </a:solidFill>
              </a:defRPr>
            </a:pPr>
            <a:r>
              <a:rPr sz="1350" b="1">
                <a:solidFill>
                  <a:srgbClr val="496170"/>
                </a:solidFill>
              </a:rPr>
              <a:t>TOOLS AND PERMISSIONS</a:t>
            </a:r>
          </a:p>
        </p:txBody>
      </p:sp>
      <p:sp>
        <p:nvSpPr>
          <p:cNvPr id="2" name="">
            <a:extLst xmlns:a="http://schemas.openxmlformats.org/drawingml/2006/main">
              <a:ext uri="{FF2B5EF4-FFF2-40B4-BE49-F238E27FC236}">
                <a16:creationId xmlns:a16="http://schemas.microsoft.com/office/drawing/2014/main" id="{0A87088D-B028-499B-8E94-5DD74BADEA1A}"/>
              </a:ext>
            </a:extLst>
          </p:cNvPr>
          <p:cNvSpPr>
            <a:spLocks xmlns:a="http://schemas.openxmlformats.org/drawingml/2006/main" noGrp="1"/>
          </p:cNvSpPr>
          <p:nvPr/>
        </p:nvSpPr>
        <p:spPr>
          <a:xfrm xmlns:a="http://schemas.openxmlformats.org/drawingml/2006/main">
            <a:off x="723900" y="99060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53143"/>
                </a:solidFill>
              </a:defRPr>
            </a:defPPr>
            <a:lvl1pPr>
              <a:buNone/>
              <a:defRPr sz="4050" b="1">
                <a:solidFill>
                  <a:srgbClr val="153143"/>
                </a:solidFill>
              </a:defRPr>
            </a:lvl1pPr>
            <a:lvl2pPr>
              <a:buNone/>
              <a:defRPr sz="4050" b="1">
                <a:solidFill>
                  <a:srgbClr val="153143"/>
                </a:solidFill>
              </a:defRPr>
            </a:lvl2pPr>
            <a:lvl3pPr>
              <a:buNone/>
              <a:defRPr sz="4050" b="1">
                <a:solidFill>
                  <a:srgbClr val="153143"/>
                </a:solidFill>
              </a:defRPr>
            </a:lvl3pPr>
            <a:lvl4pPr>
              <a:buNone/>
              <a:defRPr sz="4050" b="1">
                <a:solidFill>
                  <a:srgbClr val="153143"/>
                </a:solidFill>
              </a:defRPr>
            </a:lvl4pPr>
            <a:lvl5pPr>
              <a:buNone/>
              <a:defRPr sz="4050" b="1">
                <a:solidFill>
                  <a:srgbClr val="153143"/>
                </a:solidFill>
              </a:defRPr>
            </a:lvl5pPr>
            <a:lvl6pPr>
              <a:buNone/>
              <a:defRPr sz="4050" b="1">
                <a:solidFill>
                  <a:srgbClr val="153143"/>
                </a:solidFill>
              </a:defRPr>
            </a:lvl6pPr>
            <a:lvl7pPr>
              <a:buNone/>
              <a:defRPr sz="4050" b="1">
                <a:solidFill>
                  <a:srgbClr val="153143"/>
                </a:solidFill>
              </a:defRPr>
            </a:lvl7pPr>
            <a:lvl8pPr>
              <a:buNone/>
              <a:defRPr sz="4050" b="1">
                <a:solidFill>
                  <a:srgbClr val="153143"/>
                </a:solidFill>
              </a:defRPr>
            </a:lvl8pPr>
            <a:lvl9pPr>
              <a:buNone/>
              <a:defRPr sz="4050" b="1">
                <a:solidFill>
                  <a:srgbClr val="153143"/>
                </a:solidFill>
              </a:defRPr>
            </a:lvl9pPr>
          </a:lstStyle>
          <a:p xmlns:a="http://schemas.openxmlformats.org/drawingml/2006/main">
            <a:pPr>
              <a:buNone/>
              <a:defRPr sz="4050" b="1">
                <a:solidFill>
                  <a:srgbClr val="153143"/>
                </a:solidFill>
              </a:defRPr>
            </a:pPr>
            <a:r>
              <a:rPr sz="4050" b="1">
                <a:solidFill>
                  <a:srgbClr val="153143"/>
                </a:solidFill>
              </a:rPr>
              <a:t>Two explicit tools.</a:t>
            </a:r>
          </a:p>
          <a:p xmlns:a="http://schemas.openxmlformats.org/drawingml/2006/main">
            <a:pPr>
              <a:buNone/>
              <a:defRPr sz="4050" b="1">
                <a:solidFill>
                  <a:srgbClr val="153143"/>
                </a:solidFill>
              </a:defRPr>
            </a:pPr>
            <a:r>
              <a:rPr sz="4050" b="1">
                <a:solidFill>
                  <a:srgbClr val="153143"/>
                </a:solidFill>
              </a:rPr>
              <a:t>One enforced boundary.</a:t>
            </a:r>
          </a:p>
        </p:txBody>
      </p:sp>
      <p:sp>
        <p:nvSpPr>
          <p:cNvPr id="3" name="">
            <a:extLst xmlns:a="http://schemas.openxmlformats.org/drawingml/2006/main">
              <a:ext uri="{FF2B5EF4-FFF2-40B4-BE49-F238E27FC236}">
                <a16:creationId xmlns:a16="http://schemas.microsoft.com/office/drawing/2014/main" id="{E469FCB2-270D-4C04-B0B5-DA211B305B3E}"/>
              </a:ext>
            </a:extLst>
          </p:cNvPr>
          <p:cNvSpPr>
            <a:spLocks xmlns:a="http://schemas.openxmlformats.org/drawingml/2006/main" noGrp="1"/>
          </p:cNvSpPr>
          <p:nvPr/>
        </p:nvSpPr>
        <p:spPr>
          <a:xfrm xmlns:a="http://schemas.openxmlformats.org/drawingml/2006/main">
            <a:off x="742950" y="2971800"/>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153143"/>
                </a:solidFill>
              </a:defRPr>
            </a:defPPr>
            <a:lvl1pPr>
              <a:buNone/>
              <a:defRPr sz="2775" b="1">
                <a:solidFill>
                  <a:srgbClr val="153143"/>
                </a:solidFill>
              </a:defRPr>
            </a:lvl1pPr>
            <a:lvl2pPr>
              <a:buNone/>
              <a:defRPr sz="2775" b="1">
                <a:solidFill>
                  <a:srgbClr val="153143"/>
                </a:solidFill>
              </a:defRPr>
            </a:lvl2pPr>
            <a:lvl3pPr>
              <a:buNone/>
              <a:defRPr sz="2775" b="1">
                <a:solidFill>
                  <a:srgbClr val="153143"/>
                </a:solidFill>
              </a:defRPr>
            </a:lvl3pPr>
            <a:lvl4pPr>
              <a:buNone/>
              <a:defRPr sz="2775" b="1">
                <a:solidFill>
                  <a:srgbClr val="153143"/>
                </a:solidFill>
              </a:defRPr>
            </a:lvl4pPr>
            <a:lvl5pPr>
              <a:buNone/>
              <a:defRPr sz="2775" b="1">
                <a:solidFill>
                  <a:srgbClr val="153143"/>
                </a:solidFill>
              </a:defRPr>
            </a:lvl5pPr>
            <a:lvl6pPr>
              <a:buNone/>
              <a:defRPr sz="2775" b="1">
                <a:solidFill>
                  <a:srgbClr val="153143"/>
                </a:solidFill>
              </a:defRPr>
            </a:lvl6pPr>
            <a:lvl7pPr>
              <a:buNone/>
              <a:defRPr sz="2775" b="1">
                <a:solidFill>
                  <a:srgbClr val="153143"/>
                </a:solidFill>
              </a:defRPr>
            </a:lvl7pPr>
            <a:lvl8pPr>
              <a:buNone/>
              <a:defRPr sz="2775" b="1">
                <a:solidFill>
                  <a:srgbClr val="153143"/>
                </a:solidFill>
              </a:defRPr>
            </a:lvl8pPr>
            <a:lvl9pPr>
              <a:buNone/>
              <a:defRPr sz="2775" b="1">
                <a:solidFill>
                  <a:srgbClr val="153143"/>
                </a:solidFill>
              </a:defRPr>
            </a:lvl9pPr>
          </a:lstStyle>
          <a:p xmlns:a="http://schemas.openxmlformats.org/drawingml/2006/main">
            <a:pPr>
              <a:buNone/>
              <a:defRPr sz="2775" b="1">
                <a:solidFill>
                  <a:srgbClr val="153143"/>
                </a:solidFill>
              </a:defRPr>
            </a:pPr>
            <a:r>
              <a:rPr sz="2775" b="1">
                <a:solidFill>
                  <a:srgbClr val="153143"/>
                </a:solidFill>
              </a:rPr>
              <a:t>Retrieve evidence</a:t>
            </a:r>
          </a:p>
        </p:txBody>
      </p:sp>
      <p:sp>
        <p:nvSpPr>
          <p:cNvPr id="4" name="">
            <a:extLst xmlns:a="http://schemas.openxmlformats.org/drawingml/2006/main">
              <a:ext uri="{FF2B5EF4-FFF2-40B4-BE49-F238E27FC236}">
                <a16:creationId xmlns:a16="http://schemas.microsoft.com/office/drawing/2014/main" id="{6C012646-D888-422A-97F7-F58AFCD3AFB2}"/>
              </a:ext>
            </a:extLst>
          </p:cNvPr>
          <p:cNvSpPr>
            <a:spLocks xmlns:a="http://schemas.openxmlformats.org/drawingml/2006/main" noGrp="1"/>
          </p:cNvSpPr>
          <p:nvPr/>
        </p:nvSpPr>
        <p:spPr>
          <a:xfrm xmlns:a="http://schemas.openxmlformats.org/drawingml/2006/main">
            <a:off x="762000" y="3762375"/>
            <a:ext cx="47625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496170"/>
                </a:solidFill>
              </a:defRPr>
            </a:defPPr>
            <a:lvl1pPr>
              <a:buNone/>
              <a:defRPr sz="2175" b="0">
                <a:solidFill>
                  <a:srgbClr val="496170"/>
                </a:solidFill>
              </a:defRPr>
            </a:lvl1pPr>
            <a:lvl2pPr>
              <a:buNone/>
              <a:defRPr sz="2175" b="0">
                <a:solidFill>
                  <a:srgbClr val="496170"/>
                </a:solidFill>
              </a:defRPr>
            </a:lvl2pPr>
            <a:lvl3pPr>
              <a:buNone/>
              <a:defRPr sz="2175" b="0">
                <a:solidFill>
                  <a:srgbClr val="496170"/>
                </a:solidFill>
              </a:defRPr>
            </a:lvl3pPr>
            <a:lvl4pPr>
              <a:buNone/>
              <a:defRPr sz="2175" b="0">
                <a:solidFill>
                  <a:srgbClr val="496170"/>
                </a:solidFill>
              </a:defRPr>
            </a:lvl4pPr>
            <a:lvl5pPr>
              <a:buNone/>
              <a:defRPr sz="2175" b="0">
                <a:solidFill>
                  <a:srgbClr val="496170"/>
                </a:solidFill>
              </a:defRPr>
            </a:lvl5pPr>
            <a:lvl6pPr>
              <a:buNone/>
              <a:defRPr sz="2175" b="0">
                <a:solidFill>
                  <a:srgbClr val="496170"/>
                </a:solidFill>
              </a:defRPr>
            </a:lvl6pPr>
            <a:lvl7pPr>
              <a:buNone/>
              <a:defRPr sz="2175" b="0">
                <a:solidFill>
                  <a:srgbClr val="496170"/>
                </a:solidFill>
              </a:defRPr>
            </a:lvl7pPr>
            <a:lvl8pPr>
              <a:buNone/>
              <a:defRPr sz="2175" b="0">
                <a:solidFill>
                  <a:srgbClr val="496170"/>
                </a:solidFill>
              </a:defRPr>
            </a:lvl8pPr>
            <a:lvl9pPr>
              <a:buNone/>
              <a:defRPr sz="2175" b="0">
                <a:solidFill>
                  <a:srgbClr val="496170"/>
                </a:solidFill>
              </a:defRPr>
            </a:lvl9pPr>
          </a:lstStyle>
          <a:p xmlns:a="http://schemas.openxmlformats.org/drawingml/2006/main">
            <a:pPr>
              <a:buNone/>
              <a:defRPr sz="2175" b="0">
                <a:solidFill>
                  <a:srgbClr val="496170"/>
                </a:solidFill>
              </a:defRPr>
            </a:pPr>
            <a:r>
              <a:rPr sz="2175" b="0">
                <a:solidFill>
                  <a:srgbClr val="496170"/>
                </a:solidFill>
              </a:rPr>
              <a:t>Authorized sources</a:t>
            </a:r>
          </a:p>
          <a:p xmlns:a="http://schemas.openxmlformats.org/drawingml/2006/main">
            <a:pPr>
              <a:buNone/>
              <a:defRPr sz="2175" b="0">
                <a:solidFill>
                  <a:srgbClr val="496170"/>
                </a:solidFill>
              </a:defRPr>
            </a:pPr>
            <a:r>
              <a:rPr sz="2175" b="0">
                <a:solidFill>
                  <a:srgbClr val="496170"/>
                </a:solidFill>
              </a:rPr>
              <a:t>Validated query and result</a:t>
            </a:r>
          </a:p>
          <a:p xmlns:a="http://schemas.openxmlformats.org/drawingml/2006/main">
            <a:pPr>
              <a:buNone/>
              <a:defRPr sz="2175" b="0">
                <a:solidFill>
                  <a:srgbClr val="496170"/>
                </a:solidFill>
              </a:defRPr>
            </a:pPr>
            <a:r>
              <a:rPr sz="2175" b="0">
                <a:solidFill>
                  <a:srgbClr val="496170"/>
                </a:solidFill>
              </a:rPr>
              <a:t>Inspectable excerpts</a:t>
            </a:r>
          </a:p>
        </p:txBody>
      </p:sp>
      <p:sp>
        <p:nvSpPr>
          <p:cNvPr id="5" name="">
            <a:extLst xmlns:a="http://schemas.openxmlformats.org/drawingml/2006/main">
              <a:ext uri="{FF2B5EF4-FFF2-40B4-BE49-F238E27FC236}">
                <a16:creationId xmlns:a16="http://schemas.microsoft.com/office/drawing/2014/main" id="{131C7CC8-958D-4DCA-BE55-433093C67EAA}"/>
              </a:ext>
            </a:extLst>
          </p:cNvPr>
          <p:cNvSpPr>
            <a:spLocks xmlns:a="http://schemas.openxmlformats.org/drawingml/2006/main" noGrp="1"/>
          </p:cNvSpPr>
          <p:nvPr/>
        </p:nvSpPr>
        <p:spPr>
          <a:xfrm xmlns:a="http://schemas.openxmlformats.org/drawingml/2006/main">
            <a:off x="6715125" y="29718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153143"/>
                </a:solidFill>
              </a:defRPr>
            </a:defPPr>
            <a:lvl1pPr>
              <a:buNone/>
              <a:defRPr sz="2775" b="1">
                <a:solidFill>
                  <a:srgbClr val="153143"/>
                </a:solidFill>
              </a:defRPr>
            </a:lvl1pPr>
            <a:lvl2pPr>
              <a:buNone/>
              <a:defRPr sz="2775" b="1">
                <a:solidFill>
                  <a:srgbClr val="153143"/>
                </a:solidFill>
              </a:defRPr>
            </a:lvl2pPr>
            <a:lvl3pPr>
              <a:buNone/>
              <a:defRPr sz="2775" b="1">
                <a:solidFill>
                  <a:srgbClr val="153143"/>
                </a:solidFill>
              </a:defRPr>
            </a:lvl3pPr>
            <a:lvl4pPr>
              <a:buNone/>
              <a:defRPr sz="2775" b="1">
                <a:solidFill>
                  <a:srgbClr val="153143"/>
                </a:solidFill>
              </a:defRPr>
            </a:lvl4pPr>
            <a:lvl5pPr>
              <a:buNone/>
              <a:defRPr sz="2775" b="1">
                <a:solidFill>
                  <a:srgbClr val="153143"/>
                </a:solidFill>
              </a:defRPr>
            </a:lvl5pPr>
            <a:lvl6pPr>
              <a:buNone/>
              <a:defRPr sz="2775" b="1">
                <a:solidFill>
                  <a:srgbClr val="153143"/>
                </a:solidFill>
              </a:defRPr>
            </a:lvl6pPr>
            <a:lvl7pPr>
              <a:buNone/>
              <a:defRPr sz="2775" b="1">
                <a:solidFill>
                  <a:srgbClr val="153143"/>
                </a:solidFill>
              </a:defRPr>
            </a:lvl7pPr>
            <a:lvl8pPr>
              <a:buNone/>
              <a:defRPr sz="2775" b="1">
                <a:solidFill>
                  <a:srgbClr val="153143"/>
                </a:solidFill>
              </a:defRPr>
            </a:lvl8pPr>
            <a:lvl9pPr>
              <a:buNone/>
              <a:defRPr sz="2775" b="1">
                <a:solidFill>
                  <a:srgbClr val="153143"/>
                </a:solidFill>
              </a:defRPr>
            </a:lvl9pPr>
          </a:lstStyle>
          <a:p xmlns:a="http://schemas.openxmlformats.org/drawingml/2006/main">
            <a:pPr>
              <a:buNone/>
              <a:defRPr sz="2775" b="1">
                <a:solidFill>
                  <a:srgbClr val="153143"/>
                </a:solidFill>
              </a:defRPr>
            </a:pPr>
            <a:r>
              <a:rPr sz="2775" b="1">
                <a:solidFill>
                  <a:srgbClr val="153143"/>
                </a:solidFill>
              </a:rPr>
              <a:t>Create a draft</a:t>
            </a:r>
          </a:p>
        </p:txBody>
      </p:sp>
      <p:sp>
        <p:nvSpPr>
          <p:cNvPr id="6" name="">
            <a:extLst xmlns:a="http://schemas.openxmlformats.org/drawingml/2006/main">
              <a:ext uri="{FF2B5EF4-FFF2-40B4-BE49-F238E27FC236}">
                <a16:creationId xmlns:a16="http://schemas.microsoft.com/office/drawing/2014/main" id="{DF4DE683-F33D-4A04-9A61-2A6C9C5F2B79}"/>
              </a:ext>
            </a:extLst>
          </p:cNvPr>
          <p:cNvSpPr>
            <a:spLocks xmlns:a="http://schemas.openxmlformats.org/drawingml/2006/main" noGrp="1"/>
          </p:cNvSpPr>
          <p:nvPr/>
        </p:nvSpPr>
        <p:spPr>
          <a:xfrm xmlns:a="http://schemas.openxmlformats.org/drawingml/2006/main">
            <a:off x="6743700" y="3762375"/>
            <a:ext cx="4810125"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496170"/>
                </a:solidFill>
              </a:defRPr>
            </a:defPPr>
            <a:lvl1pPr>
              <a:buNone/>
              <a:defRPr sz="2175" b="0">
                <a:solidFill>
                  <a:srgbClr val="496170"/>
                </a:solidFill>
              </a:defRPr>
            </a:lvl1pPr>
            <a:lvl2pPr>
              <a:buNone/>
              <a:defRPr sz="2175" b="0">
                <a:solidFill>
                  <a:srgbClr val="496170"/>
                </a:solidFill>
              </a:defRPr>
            </a:lvl2pPr>
            <a:lvl3pPr>
              <a:buNone/>
              <a:defRPr sz="2175" b="0">
                <a:solidFill>
                  <a:srgbClr val="496170"/>
                </a:solidFill>
              </a:defRPr>
            </a:lvl3pPr>
            <a:lvl4pPr>
              <a:buNone/>
              <a:defRPr sz="2175" b="0">
                <a:solidFill>
                  <a:srgbClr val="496170"/>
                </a:solidFill>
              </a:defRPr>
            </a:lvl4pPr>
            <a:lvl5pPr>
              <a:buNone/>
              <a:defRPr sz="2175" b="0">
                <a:solidFill>
                  <a:srgbClr val="496170"/>
                </a:solidFill>
              </a:defRPr>
            </a:lvl5pPr>
            <a:lvl6pPr>
              <a:buNone/>
              <a:defRPr sz="2175" b="0">
                <a:solidFill>
                  <a:srgbClr val="496170"/>
                </a:solidFill>
              </a:defRPr>
            </a:lvl6pPr>
            <a:lvl7pPr>
              <a:buNone/>
              <a:defRPr sz="2175" b="0">
                <a:solidFill>
                  <a:srgbClr val="496170"/>
                </a:solidFill>
              </a:defRPr>
            </a:lvl7pPr>
            <a:lvl8pPr>
              <a:buNone/>
              <a:defRPr sz="2175" b="0">
                <a:solidFill>
                  <a:srgbClr val="496170"/>
                </a:solidFill>
              </a:defRPr>
            </a:lvl8pPr>
            <a:lvl9pPr>
              <a:buNone/>
              <a:defRPr sz="2175" b="0">
                <a:solidFill>
                  <a:srgbClr val="496170"/>
                </a:solidFill>
              </a:defRPr>
            </a:lvl9pPr>
          </a:lstStyle>
          <a:p xmlns:a="http://schemas.openxmlformats.org/drawingml/2006/main">
            <a:pPr>
              <a:buNone/>
              <a:defRPr sz="2175" b="0">
                <a:solidFill>
                  <a:srgbClr val="496170"/>
                </a:solidFill>
              </a:defRPr>
            </a:pPr>
            <a:r>
              <a:rPr sz="2175" b="0">
                <a:solidFill>
                  <a:srgbClr val="496170"/>
                </a:solidFill>
              </a:rPr>
              <a:t>Local record</a:t>
            </a:r>
          </a:p>
          <a:p xmlns:a="http://schemas.openxmlformats.org/drawingml/2006/main">
            <a:pPr>
              <a:buNone/>
              <a:defRPr sz="2175" b="0">
                <a:solidFill>
                  <a:srgbClr val="496170"/>
                </a:solidFill>
              </a:defRPr>
            </a:pPr>
            <a:r>
              <a:rPr sz="2175" b="0">
                <a:solidFill>
                  <a:srgbClr val="496170"/>
                </a:solidFill>
              </a:rPr>
              <a:t>Expected and observed behavior</a:t>
            </a:r>
          </a:p>
          <a:p xmlns:a="http://schemas.openxmlformats.org/drawingml/2006/main">
            <a:pPr>
              <a:buNone/>
              <a:defRPr sz="2175" b="0">
                <a:solidFill>
                  <a:srgbClr val="496170"/>
                </a:solidFill>
              </a:defRPr>
            </a:pPr>
            <a:r>
              <a:rPr sz="2175" b="0">
                <a:solidFill>
                  <a:srgbClr val="496170"/>
                </a:solidFill>
              </a:rPr>
              <a:t>submitted = false</a:t>
            </a:r>
          </a:p>
        </p:txBody>
      </p:sp>
      <p:sp>
        <p:nvSpPr>
          <p:cNvPr id="7" name="">
            <a:extLst xmlns:a="http://schemas.openxmlformats.org/drawingml/2006/main">
              <a:ext uri="{FF2B5EF4-FFF2-40B4-BE49-F238E27FC236}">
                <a16:creationId xmlns:a16="http://schemas.microsoft.com/office/drawing/2014/main" id="{1C7FDFF1-52DC-48E3-A09B-F36C2FD06007}"/>
              </a:ext>
            </a:extLst>
          </p:cNvPr>
          <p:cNvSpPr>
            <a:spLocks xmlns:a="http://schemas.openxmlformats.org/drawingml/2006/main" noGrp="1"/>
          </p:cNvSpPr>
          <p:nvPr/>
        </p:nvSpPr>
        <p:spPr>
          <a:xfrm xmlns:a="http://schemas.openxmlformats.org/drawingml/2006/main">
            <a:off x="762000" y="5867400"/>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07958"/>
                </a:solidFill>
              </a:defRPr>
            </a:defPPr>
            <a:lvl1pPr>
              <a:buNone/>
              <a:defRPr sz="1875" b="1">
                <a:solidFill>
                  <a:srgbClr val="207958"/>
                </a:solidFill>
              </a:defRPr>
            </a:lvl1pPr>
            <a:lvl2pPr>
              <a:buNone/>
              <a:defRPr sz="1875" b="1">
                <a:solidFill>
                  <a:srgbClr val="207958"/>
                </a:solidFill>
              </a:defRPr>
            </a:lvl2pPr>
            <a:lvl3pPr>
              <a:buNone/>
              <a:defRPr sz="1875" b="1">
                <a:solidFill>
                  <a:srgbClr val="207958"/>
                </a:solidFill>
              </a:defRPr>
            </a:lvl3pPr>
            <a:lvl4pPr>
              <a:buNone/>
              <a:defRPr sz="1875" b="1">
                <a:solidFill>
                  <a:srgbClr val="207958"/>
                </a:solidFill>
              </a:defRPr>
            </a:lvl4pPr>
            <a:lvl5pPr>
              <a:buNone/>
              <a:defRPr sz="1875" b="1">
                <a:solidFill>
                  <a:srgbClr val="207958"/>
                </a:solidFill>
              </a:defRPr>
            </a:lvl5pPr>
            <a:lvl6pPr>
              <a:buNone/>
              <a:defRPr sz="1875" b="1">
                <a:solidFill>
                  <a:srgbClr val="207958"/>
                </a:solidFill>
              </a:defRPr>
            </a:lvl6pPr>
            <a:lvl7pPr>
              <a:buNone/>
              <a:defRPr sz="1875" b="1">
                <a:solidFill>
                  <a:srgbClr val="207958"/>
                </a:solidFill>
              </a:defRPr>
            </a:lvl7pPr>
            <a:lvl8pPr>
              <a:buNone/>
              <a:defRPr sz="1875" b="1">
                <a:solidFill>
                  <a:srgbClr val="207958"/>
                </a:solidFill>
              </a:defRPr>
            </a:lvl8pPr>
            <a:lvl9pPr>
              <a:buNone/>
              <a:defRPr sz="1875" b="1">
                <a:solidFill>
                  <a:srgbClr val="207958"/>
                </a:solidFill>
              </a:defRPr>
            </a:lvl9pPr>
          </a:lstStyle>
          <a:p xmlns:a="http://schemas.openxmlformats.org/drawingml/2006/main">
            <a:pPr>
              <a:buNone/>
              <a:defRPr sz="1875" b="1">
                <a:solidFill>
                  <a:srgbClr val="207958"/>
                </a:solidFill>
              </a:defRPr>
            </a:pPr>
            <a:r>
              <a:rPr sz="1875" b="1">
                <a:solidFill>
                  <a:srgbClr val="207958"/>
                </a:solidFill>
              </a:rPr>
              <a:t>Publication, merging, deployment and shell access remain outside the allow-list.</a:t>
            </a:r>
          </a:p>
        </p:txBody>
      </p:sp>
    </p:spTree>
    <p:extLst>
      <p:ext uri="{BB962C8B-B14F-4D97-AF65-F5344CB8AC3E}">
        <p14:creationId xmlns:p14="http://schemas.microsoft.com/office/powerpoint/2010/main" val="795787070"/>
      </p:ext>
    </p:extLst>
  </p:cSld>
</p:sld>
</file>

<file path=ppt/slides/slide10.xml><?xml version="1.0" encoding="utf-8"?>
<p:sld xmlns:p="http://schemas.openxmlformats.org/presentationml/2006/main">
  <p:cSld>
    <p:bg>
      <p:bgPr>
        <a:solidFill xmlns:a="http://schemas.openxmlformats.org/drawingml/2006/main">
          <a:srgbClr val="0A243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B671F6F-8D10-4D77-8177-65B0E932ADF4}"/>
              </a:ext>
            </a:extLst>
          </p:cNvPr>
          <p:cNvSpPr>
            <a:spLocks xmlns:a="http://schemas.openxmlformats.org/drawingml/2006/main" noGrp="1"/>
          </p:cNvSpPr>
          <p:nvPr/>
        </p:nvSpPr>
        <p:spPr>
          <a:xfrm xmlns:a="http://schemas.openxmlformats.org/drawingml/2006/main">
            <a:off x="723900" y="438150"/>
            <a:ext cx="1074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4E4BC"/>
                </a:solidFill>
              </a:defRPr>
            </a:defPPr>
            <a:lvl1pPr>
              <a:buNone/>
              <a:defRPr sz="1350" b="1">
                <a:solidFill>
                  <a:srgbClr val="A4E4BC"/>
                </a:solidFill>
              </a:defRPr>
            </a:lvl1pPr>
            <a:lvl2pPr>
              <a:buNone/>
              <a:defRPr sz="1350" b="1">
                <a:solidFill>
                  <a:srgbClr val="A4E4BC"/>
                </a:solidFill>
              </a:defRPr>
            </a:lvl2pPr>
            <a:lvl3pPr>
              <a:buNone/>
              <a:defRPr sz="1350" b="1">
                <a:solidFill>
                  <a:srgbClr val="A4E4BC"/>
                </a:solidFill>
              </a:defRPr>
            </a:lvl3pPr>
            <a:lvl4pPr>
              <a:buNone/>
              <a:defRPr sz="1350" b="1">
                <a:solidFill>
                  <a:srgbClr val="A4E4BC"/>
                </a:solidFill>
              </a:defRPr>
            </a:lvl4pPr>
            <a:lvl5pPr>
              <a:buNone/>
              <a:defRPr sz="1350" b="1">
                <a:solidFill>
                  <a:srgbClr val="A4E4BC"/>
                </a:solidFill>
              </a:defRPr>
            </a:lvl5pPr>
            <a:lvl6pPr>
              <a:buNone/>
              <a:defRPr sz="1350" b="1">
                <a:solidFill>
                  <a:srgbClr val="A4E4BC"/>
                </a:solidFill>
              </a:defRPr>
            </a:lvl6pPr>
            <a:lvl7pPr>
              <a:buNone/>
              <a:defRPr sz="1350" b="1">
                <a:solidFill>
                  <a:srgbClr val="A4E4BC"/>
                </a:solidFill>
              </a:defRPr>
            </a:lvl7pPr>
            <a:lvl8pPr>
              <a:buNone/>
              <a:defRPr sz="1350" b="1">
                <a:solidFill>
                  <a:srgbClr val="A4E4BC"/>
                </a:solidFill>
              </a:defRPr>
            </a:lvl8pPr>
            <a:lvl9pPr>
              <a:buNone/>
              <a:defRPr sz="1350" b="1">
                <a:solidFill>
                  <a:srgbClr val="A4E4BC"/>
                </a:solidFill>
              </a:defRPr>
            </a:lvl9pPr>
          </a:lstStyle>
          <a:p xmlns:a="http://schemas.openxmlformats.org/drawingml/2006/main">
            <a:pPr>
              <a:buNone/>
              <a:defRPr sz="1350" b="1">
                <a:solidFill>
                  <a:srgbClr val="A4E4BC"/>
                </a:solidFill>
              </a:defRPr>
            </a:pPr>
            <a:r>
              <a:rPr sz="1350" b="1">
                <a:solidFill>
                  <a:srgbClr val="A4E4BC"/>
                </a:solidFill>
              </a:rPr>
              <a:t>BOUNDED AGENCY</a:t>
            </a:r>
          </a:p>
        </p:txBody>
      </p:sp>
      <p:sp>
        <p:nvSpPr>
          <p:cNvPr id="2" name="">
            <a:extLst xmlns:a="http://schemas.openxmlformats.org/drawingml/2006/main">
              <a:ext uri="{FF2B5EF4-FFF2-40B4-BE49-F238E27FC236}">
                <a16:creationId xmlns:a16="http://schemas.microsoft.com/office/drawing/2014/main" id="{0FB17242-C7F0-4042-B2AC-63486765A742}"/>
              </a:ext>
            </a:extLst>
          </p:cNvPr>
          <p:cNvSpPr>
            <a:spLocks xmlns:a="http://schemas.openxmlformats.org/drawingml/2006/main" noGrp="1"/>
          </p:cNvSpPr>
          <p:nvPr/>
        </p:nvSpPr>
        <p:spPr>
          <a:xfrm xmlns:a="http://schemas.openxmlformats.org/drawingml/2006/main">
            <a:off x="723900" y="99060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F5F1E8"/>
                </a:solidFill>
              </a:defRPr>
            </a:defPPr>
            <a:lvl1pPr>
              <a:buNone/>
              <a:defRPr sz="4050" b="1">
                <a:solidFill>
                  <a:srgbClr val="F5F1E8"/>
                </a:solidFill>
              </a:defRPr>
            </a:lvl1pPr>
            <a:lvl2pPr>
              <a:buNone/>
              <a:defRPr sz="4050" b="1">
                <a:solidFill>
                  <a:srgbClr val="F5F1E8"/>
                </a:solidFill>
              </a:defRPr>
            </a:lvl2pPr>
            <a:lvl3pPr>
              <a:buNone/>
              <a:defRPr sz="4050" b="1">
                <a:solidFill>
                  <a:srgbClr val="F5F1E8"/>
                </a:solidFill>
              </a:defRPr>
            </a:lvl3pPr>
            <a:lvl4pPr>
              <a:buNone/>
              <a:defRPr sz="4050" b="1">
                <a:solidFill>
                  <a:srgbClr val="F5F1E8"/>
                </a:solidFill>
              </a:defRPr>
            </a:lvl4pPr>
            <a:lvl5pPr>
              <a:buNone/>
              <a:defRPr sz="4050" b="1">
                <a:solidFill>
                  <a:srgbClr val="F5F1E8"/>
                </a:solidFill>
              </a:defRPr>
            </a:lvl5pPr>
            <a:lvl6pPr>
              <a:buNone/>
              <a:defRPr sz="4050" b="1">
                <a:solidFill>
                  <a:srgbClr val="F5F1E8"/>
                </a:solidFill>
              </a:defRPr>
            </a:lvl6pPr>
            <a:lvl7pPr>
              <a:buNone/>
              <a:defRPr sz="4050" b="1">
                <a:solidFill>
                  <a:srgbClr val="F5F1E8"/>
                </a:solidFill>
              </a:defRPr>
            </a:lvl7pPr>
            <a:lvl8pPr>
              <a:buNone/>
              <a:defRPr sz="4050" b="1">
                <a:solidFill>
                  <a:srgbClr val="F5F1E8"/>
                </a:solidFill>
              </a:defRPr>
            </a:lvl8pPr>
            <a:lvl9pPr>
              <a:buNone/>
              <a:defRPr sz="4050" b="1">
                <a:solidFill>
                  <a:srgbClr val="F5F1E8"/>
                </a:solidFill>
              </a:defRPr>
            </a:lvl9pPr>
          </a:lstStyle>
          <a:p xmlns:a="http://schemas.openxmlformats.org/drawingml/2006/main">
            <a:pPr>
              <a:buNone/>
              <a:defRPr sz="4050" b="1">
                <a:solidFill>
                  <a:srgbClr val="F5F1E8"/>
                </a:solidFill>
              </a:defRPr>
            </a:pPr>
            <a:r>
              <a:rPr sz="4050" b="1">
                <a:solidFill>
                  <a:srgbClr val="F5F1E8"/>
                </a:solidFill>
              </a:rPr>
              <a:t>The next step depends on the evidence.</a:t>
            </a:r>
          </a:p>
        </p:txBody>
      </p:sp>
      <p:sp>
        <p:nvSpPr>
          <p:cNvPr id="3" name="">
            <a:extLst xmlns:a="http://schemas.openxmlformats.org/drawingml/2006/main">
              <a:ext uri="{FF2B5EF4-FFF2-40B4-BE49-F238E27FC236}">
                <a16:creationId xmlns:a16="http://schemas.microsoft.com/office/drawing/2014/main" id="{B71D9631-2FF3-4107-9413-4BEAF1A56776}"/>
              </a:ext>
            </a:extLst>
          </p:cNvPr>
          <p:cNvSpPr>
            <a:spLocks xmlns:a="http://schemas.openxmlformats.org/drawingml/2006/main" noGrp="1"/>
          </p:cNvSpPr>
          <p:nvPr/>
        </p:nvSpPr>
        <p:spPr>
          <a:xfrm xmlns:a="http://schemas.openxmlformats.org/drawingml/2006/main">
            <a:off x="742950" y="2543175"/>
            <a:ext cx="27146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850" b="1">
                <a:solidFill>
                  <a:srgbClr val="A4E4BC"/>
                </a:solidFill>
              </a:defRPr>
            </a:defPPr>
            <a:lvl1pPr>
              <a:buNone/>
              <a:defRPr sz="8850" b="1">
                <a:solidFill>
                  <a:srgbClr val="A4E4BC"/>
                </a:solidFill>
              </a:defRPr>
            </a:lvl1pPr>
            <a:lvl2pPr>
              <a:buNone/>
              <a:defRPr sz="8850" b="1">
                <a:solidFill>
                  <a:srgbClr val="A4E4BC"/>
                </a:solidFill>
              </a:defRPr>
            </a:lvl2pPr>
            <a:lvl3pPr>
              <a:buNone/>
              <a:defRPr sz="8850" b="1">
                <a:solidFill>
                  <a:srgbClr val="A4E4BC"/>
                </a:solidFill>
              </a:defRPr>
            </a:lvl3pPr>
            <a:lvl4pPr>
              <a:buNone/>
              <a:defRPr sz="8850" b="1">
                <a:solidFill>
                  <a:srgbClr val="A4E4BC"/>
                </a:solidFill>
              </a:defRPr>
            </a:lvl4pPr>
            <a:lvl5pPr>
              <a:buNone/>
              <a:defRPr sz="8850" b="1">
                <a:solidFill>
                  <a:srgbClr val="A4E4BC"/>
                </a:solidFill>
              </a:defRPr>
            </a:lvl5pPr>
            <a:lvl6pPr>
              <a:buNone/>
              <a:defRPr sz="8850" b="1">
                <a:solidFill>
                  <a:srgbClr val="A4E4BC"/>
                </a:solidFill>
              </a:defRPr>
            </a:lvl6pPr>
            <a:lvl7pPr>
              <a:buNone/>
              <a:defRPr sz="8850" b="1">
                <a:solidFill>
                  <a:srgbClr val="A4E4BC"/>
                </a:solidFill>
              </a:defRPr>
            </a:lvl7pPr>
            <a:lvl8pPr>
              <a:buNone/>
              <a:defRPr sz="8850" b="1">
                <a:solidFill>
                  <a:srgbClr val="A4E4BC"/>
                </a:solidFill>
              </a:defRPr>
            </a:lvl8pPr>
            <a:lvl9pPr>
              <a:buNone/>
              <a:defRPr sz="8850" b="1">
                <a:solidFill>
                  <a:srgbClr val="A4E4BC"/>
                </a:solidFill>
              </a:defRPr>
            </a:lvl9pPr>
          </a:lstStyle>
          <a:p xmlns:a="http://schemas.openxmlformats.org/drawingml/2006/main">
            <a:pPr>
              <a:buNone/>
              <a:defRPr sz="8850" b="1">
                <a:solidFill>
                  <a:srgbClr val="A4E4BC"/>
                </a:solidFill>
              </a:defRPr>
            </a:pPr>
            <a:r>
              <a:rPr sz="8850" b="1">
                <a:solidFill>
                  <a:srgbClr val="A4E4BC"/>
                </a:solidFill>
              </a:rPr>
              <a:t>6</a:t>
            </a:r>
          </a:p>
        </p:txBody>
      </p:sp>
      <p:sp>
        <p:nvSpPr>
          <p:cNvPr id="4" name="">
            <a:extLst xmlns:a="http://schemas.openxmlformats.org/drawingml/2006/main">
              <a:ext uri="{FF2B5EF4-FFF2-40B4-BE49-F238E27FC236}">
                <a16:creationId xmlns:a16="http://schemas.microsoft.com/office/drawing/2014/main" id="{B4EBDEEC-A00E-4A28-BD75-568CC49DF005}"/>
              </a:ext>
            </a:extLst>
          </p:cNvPr>
          <p:cNvSpPr>
            <a:spLocks xmlns:a="http://schemas.openxmlformats.org/drawingml/2006/main" noGrp="1"/>
          </p:cNvSpPr>
          <p:nvPr/>
        </p:nvSpPr>
        <p:spPr>
          <a:xfrm xmlns:a="http://schemas.openxmlformats.org/drawingml/2006/main">
            <a:off x="790575" y="4019550"/>
            <a:ext cx="2714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F5F1E8"/>
                </a:solidFill>
              </a:defRPr>
            </a:defPPr>
            <a:lvl1pPr>
              <a:buNone/>
              <a:defRPr sz="2325" b="0">
                <a:solidFill>
                  <a:srgbClr val="F5F1E8"/>
                </a:solidFill>
              </a:defRPr>
            </a:lvl1pPr>
            <a:lvl2pPr>
              <a:buNone/>
              <a:defRPr sz="2325" b="0">
                <a:solidFill>
                  <a:srgbClr val="F5F1E8"/>
                </a:solidFill>
              </a:defRPr>
            </a:lvl2pPr>
            <a:lvl3pPr>
              <a:buNone/>
              <a:defRPr sz="2325" b="0">
                <a:solidFill>
                  <a:srgbClr val="F5F1E8"/>
                </a:solidFill>
              </a:defRPr>
            </a:lvl3pPr>
            <a:lvl4pPr>
              <a:buNone/>
              <a:defRPr sz="2325" b="0">
                <a:solidFill>
                  <a:srgbClr val="F5F1E8"/>
                </a:solidFill>
              </a:defRPr>
            </a:lvl4pPr>
            <a:lvl5pPr>
              <a:buNone/>
              <a:defRPr sz="2325" b="0">
                <a:solidFill>
                  <a:srgbClr val="F5F1E8"/>
                </a:solidFill>
              </a:defRPr>
            </a:lvl5pPr>
            <a:lvl6pPr>
              <a:buNone/>
              <a:defRPr sz="2325" b="0">
                <a:solidFill>
                  <a:srgbClr val="F5F1E8"/>
                </a:solidFill>
              </a:defRPr>
            </a:lvl6pPr>
            <a:lvl7pPr>
              <a:buNone/>
              <a:defRPr sz="2325" b="0">
                <a:solidFill>
                  <a:srgbClr val="F5F1E8"/>
                </a:solidFill>
              </a:defRPr>
            </a:lvl7pPr>
            <a:lvl8pPr>
              <a:buNone/>
              <a:defRPr sz="2325" b="0">
                <a:solidFill>
                  <a:srgbClr val="F5F1E8"/>
                </a:solidFill>
              </a:defRPr>
            </a:lvl8pPr>
            <a:lvl9pPr>
              <a:buNone/>
              <a:defRPr sz="2325" b="0">
                <a:solidFill>
                  <a:srgbClr val="F5F1E8"/>
                </a:solidFill>
              </a:defRPr>
            </a:lvl9pPr>
          </a:lstStyle>
          <a:p xmlns:a="http://schemas.openxmlformats.org/drawingml/2006/main">
            <a:pPr>
              <a:buNone/>
              <a:defRPr sz="2325" b="0">
                <a:solidFill>
                  <a:srgbClr val="F5F1E8"/>
                </a:solidFill>
              </a:defRPr>
            </a:pPr>
            <a:r>
              <a:rPr sz="2325" b="0">
                <a:solidFill>
                  <a:srgbClr val="F5F1E8"/>
                </a:solidFill>
              </a:rPr>
              <a:t>iterations</a:t>
            </a:r>
          </a:p>
        </p:txBody>
      </p:sp>
      <p:sp>
        <p:nvSpPr>
          <p:cNvPr id="5" name="">
            <a:extLst xmlns:a="http://schemas.openxmlformats.org/drawingml/2006/main">
              <a:ext uri="{FF2B5EF4-FFF2-40B4-BE49-F238E27FC236}">
                <a16:creationId xmlns:a16="http://schemas.microsoft.com/office/drawing/2014/main" id="{5A980478-9F7E-4B9E-BA4F-AFAF432EB30F}"/>
              </a:ext>
            </a:extLst>
          </p:cNvPr>
          <p:cNvSpPr>
            <a:spLocks xmlns:a="http://schemas.openxmlformats.org/drawingml/2006/main" noGrp="1"/>
          </p:cNvSpPr>
          <p:nvPr/>
        </p:nvSpPr>
        <p:spPr>
          <a:xfrm xmlns:a="http://schemas.openxmlformats.org/drawingml/2006/main">
            <a:off x="4762500" y="2543175"/>
            <a:ext cx="27146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850" b="1">
                <a:solidFill>
                  <a:srgbClr val="A4E4BC"/>
                </a:solidFill>
              </a:defRPr>
            </a:defPPr>
            <a:lvl1pPr>
              <a:buNone/>
              <a:defRPr sz="8850" b="1">
                <a:solidFill>
                  <a:srgbClr val="A4E4BC"/>
                </a:solidFill>
              </a:defRPr>
            </a:lvl1pPr>
            <a:lvl2pPr>
              <a:buNone/>
              <a:defRPr sz="8850" b="1">
                <a:solidFill>
                  <a:srgbClr val="A4E4BC"/>
                </a:solidFill>
              </a:defRPr>
            </a:lvl2pPr>
            <a:lvl3pPr>
              <a:buNone/>
              <a:defRPr sz="8850" b="1">
                <a:solidFill>
                  <a:srgbClr val="A4E4BC"/>
                </a:solidFill>
              </a:defRPr>
            </a:lvl3pPr>
            <a:lvl4pPr>
              <a:buNone/>
              <a:defRPr sz="8850" b="1">
                <a:solidFill>
                  <a:srgbClr val="A4E4BC"/>
                </a:solidFill>
              </a:defRPr>
            </a:lvl4pPr>
            <a:lvl5pPr>
              <a:buNone/>
              <a:defRPr sz="8850" b="1">
                <a:solidFill>
                  <a:srgbClr val="A4E4BC"/>
                </a:solidFill>
              </a:defRPr>
            </a:lvl5pPr>
            <a:lvl6pPr>
              <a:buNone/>
              <a:defRPr sz="8850" b="1">
                <a:solidFill>
                  <a:srgbClr val="A4E4BC"/>
                </a:solidFill>
              </a:defRPr>
            </a:lvl6pPr>
            <a:lvl7pPr>
              <a:buNone/>
              <a:defRPr sz="8850" b="1">
                <a:solidFill>
                  <a:srgbClr val="A4E4BC"/>
                </a:solidFill>
              </a:defRPr>
            </a:lvl7pPr>
            <a:lvl8pPr>
              <a:buNone/>
              <a:defRPr sz="8850" b="1">
                <a:solidFill>
                  <a:srgbClr val="A4E4BC"/>
                </a:solidFill>
              </a:defRPr>
            </a:lvl8pPr>
            <a:lvl9pPr>
              <a:buNone/>
              <a:defRPr sz="8850" b="1">
                <a:solidFill>
                  <a:srgbClr val="A4E4BC"/>
                </a:solidFill>
              </a:defRPr>
            </a:lvl9pPr>
          </a:lstStyle>
          <a:p xmlns:a="http://schemas.openxmlformats.org/drawingml/2006/main">
            <a:pPr>
              <a:buNone/>
              <a:defRPr sz="8850" b="1">
                <a:solidFill>
                  <a:srgbClr val="A4E4BC"/>
                </a:solidFill>
              </a:defRPr>
            </a:pPr>
            <a:r>
              <a:rPr sz="8850" b="1">
                <a:solidFill>
                  <a:srgbClr val="A4E4BC"/>
                </a:solidFill>
              </a:rPr>
              <a:t>3</a:t>
            </a:r>
          </a:p>
        </p:txBody>
      </p:sp>
      <p:sp>
        <p:nvSpPr>
          <p:cNvPr id="6" name="">
            <a:extLst xmlns:a="http://schemas.openxmlformats.org/drawingml/2006/main">
              <a:ext uri="{FF2B5EF4-FFF2-40B4-BE49-F238E27FC236}">
                <a16:creationId xmlns:a16="http://schemas.microsoft.com/office/drawing/2014/main" id="{32DC1651-FC39-49E9-9AEB-8D8AFF5D9EEA}"/>
              </a:ext>
            </a:extLst>
          </p:cNvPr>
          <p:cNvSpPr>
            <a:spLocks xmlns:a="http://schemas.openxmlformats.org/drawingml/2006/main" noGrp="1"/>
          </p:cNvSpPr>
          <p:nvPr/>
        </p:nvSpPr>
        <p:spPr>
          <a:xfrm xmlns:a="http://schemas.openxmlformats.org/drawingml/2006/main">
            <a:off x="4810125" y="4019550"/>
            <a:ext cx="2714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F5F1E8"/>
                </a:solidFill>
              </a:defRPr>
            </a:defPPr>
            <a:lvl1pPr>
              <a:buNone/>
              <a:defRPr sz="2325" b="0">
                <a:solidFill>
                  <a:srgbClr val="F5F1E8"/>
                </a:solidFill>
              </a:defRPr>
            </a:lvl1pPr>
            <a:lvl2pPr>
              <a:buNone/>
              <a:defRPr sz="2325" b="0">
                <a:solidFill>
                  <a:srgbClr val="F5F1E8"/>
                </a:solidFill>
              </a:defRPr>
            </a:lvl2pPr>
            <a:lvl3pPr>
              <a:buNone/>
              <a:defRPr sz="2325" b="0">
                <a:solidFill>
                  <a:srgbClr val="F5F1E8"/>
                </a:solidFill>
              </a:defRPr>
            </a:lvl3pPr>
            <a:lvl4pPr>
              <a:buNone/>
              <a:defRPr sz="2325" b="0">
                <a:solidFill>
                  <a:srgbClr val="F5F1E8"/>
                </a:solidFill>
              </a:defRPr>
            </a:lvl4pPr>
            <a:lvl5pPr>
              <a:buNone/>
              <a:defRPr sz="2325" b="0">
                <a:solidFill>
                  <a:srgbClr val="F5F1E8"/>
                </a:solidFill>
              </a:defRPr>
            </a:lvl5pPr>
            <a:lvl6pPr>
              <a:buNone/>
              <a:defRPr sz="2325" b="0">
                <a:solidFill>
                  <a:srgbClr val="F5F1E8"/>
                </a:solidFill>
              </a:defRPr>
            </a:lvl6pPr>
            <a:lvl7pPr>
              <a:buNone/>
              <a:defRPr sz="2325" b="0">
                <a:solidFill>
                  <a:srgbClr val="F5F1E8"/>
                </a:solidFill>
              </a:defRPr>
            </a:lvl7pPr>
            <a:lvl8pPr>
              <a:buNone/>
              <a:defRPr sz="2325" b="0">
                <a:solidFill>
                  <a:srgbClr val="F5F1E8"/>
                </a:solidFill>
              </a:defRPr>
            </a:lvl8pPr>
            <a:lvl9pPr>
              <a:buNone/>
              <a:defRPr sz="2325" b="0">
                <a:solidFill>
                  <a:srgbClr val="F5F1E8"/>
                </a:solidFill>
              </a:defRPr>
            </a:lvl9pPr>
          </a:lstStyle>
          <a:p xmlns:a="http://schemas.openxmlformats.org/drawingml/2006/main">
            <a:pPr>
              <a:buNone/>
              <a:defRPr sz="2325" b="0">
                <a:solidFill>
                  <a:srgbClr val="F5F1E8"/>
                </a:solidFill>
              </a:defRPr>
            </a:pPr>
            <a:r>
              <a:rPr sz="2325" b="0">
                <a:solidFill>
                  <a:srgbClr val="F5F1E8"/>
                </a:solidFill>
              </a:rPr>
              <a:t>retrievals</a:t>
            </a:r>
          </a:p>
        </p:txBody>
      </p:sp>
      <p:sp>
        <p:nvSpPr>
          <p:cNvPr id="7" name="">
            <a:extLst xmlns:a="http://schemas.openxmlformats.org/drawingml/2006/main">
              <a:ext uri="{FF2B5EF4-FFF2-40B4-BE49-F238E27FC236}">
                <a16:creationId xmlns:a16="http://schemas.microsoft.com/office/drawing/2014/main" id="{8F68D645-AC73-466B-9A9F-0877CB77D8A4}"/>
              </a:ext>
            </a:extLst>
          </p:cNvPr>
          <p:cNvSpPr>
            <a:spLocks xmlns:a="http://schemas.openxmlformats.org/drawingml/2006/main" noGrp="1"/>
          </p:cNvSpPr>
          <p:nvPr/>
        </p:nvSpPr>
        <p:spPr>
          <a:xfrm xmlns:a="http://schemas.openxmlformats.org/drawingml/2006/main">
            <a:off x="8810625" y="2543175"/>
            <a:ext cx="27146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850" b="1">
                <a:solidFill>
                  <a:srgbClr val="A4E4BC"/>
                </a:solidFill>
              </a:defRPr>
            </a:defPPr>
            <a:lvl1pPr>
              <a:buNone/>
              <a:defRPr sz="8850" b="1">
                <a:solidFill>
                  <a:srgbClr val="A4E4BC"/>
                </a:solidFill>
              </a:defRPr>
            </a:lvl1pPr>
            <a:lvl2pPr>
              <a:buNone/>
              <a:defRPr sz="8850" b="1">
                <a:solidFill>
                  <a:srgbClr val="A4E4BC"/>
                </a:solidFill>
              </a:defRPr>
            </a:lvl2pPr>
            <a:lvl3pPr>
              <a:buNone/>
              <a:defRPr sz="8850" b="1">
                <a:solidFill>
                  <a:srgbClr val="A4E4BC"/>
                </a:solidFill>
              </a:defRPr>
            </a:lvl3pPr>
            <a:lvl4pPr>
              <a:buNone/>
              <a:defRPr sz="8850" b="1">
                <a:solidFill>
                  <a:srgbClr val="A4E4BC"/>
                </a:solidFill>
              </a:defRPr>
            </a:lvl4pPr>
            <a:lvl5pPr>
              <a:buNone/>
              <a:defRPr sz="8850" b="1">
                <a:solidFill>
                  <a:srgbClr val="A4E4BC"/>
                </a:solidFill>
              </a:defRPr>
            </a:lvl5pPr>
            <a:lvl6pPr>
              <a:buNone/>
              <a:defRPr sz="8850" b="1">
                <a:solidFill>
                  <a:srgbClr val="A4E4BC"/>
                </a:solidFill>
              </a:defRPr>
            </a:lvl6pPr>
            <a:lvl7pPr>
              <a:buNone/>
              <a:defRPr sz="8850" b="1">
                <a:solidFill>
                  <a:srgbClr val="A4E4BC"/>
                </a:solidFill>
              </a:defRPr>
            </a:lvl7pPr>
            <a:lvl8pPr>
              <a:buNone/>
              <a:defRPr sz="8850" b="1">
                <a:solidFill>
                  <a:srgbClr val="A4E4BC"/>
                </a:solidFill>
              </a:defRPr>
            </a:lvl8pPr>
            <a:lvl9pPr>
              <a:buNone/>
              <a:defRPr sz="8850" b="1">
                <a:solidFill>
                  <a:srgbClr val="A4E4BC"/>
                </a:solidFill>
              </a:defRPr>
            </a:lvl9pPr>
          </a:lstStyle>
          <a:p xmlns:a="http://schemas.openxmlformats.org/drawingml/2006/main">
            <a:pPr>
              <a:buNone/>
              <a:defRPr sz="8850" b="1">
                <a:solidFill>
                  <a:srgbClr val="A4E4BC"/>
                </a:solidFill>
              </a:defRPr>
            </a:pPr>
            <a:r>
              <a:rPr sz="8850" b="1">
                <a:solidFill>
                  <a:srgbClr val="A4E4BC"/>
                </a:solidFill>
              </a:rPr>
              <a:t>1</a:t>
            </a:r>
          </a:p>
        </p:txBody>
      </p:sp>
      <p:sp>
        <p:nvSpPr>
          <p:cNvPr id="8" name="">
            <a:extLst xmlns:a="http://schemas.openxmlformats.org/drawingml/2006/main">
              <a:ext uri="{FF2B5EF4-FFF2-40B4-BE49-F238E27FC236}">
                <a16:creationId xmlns:a16="http://schemas.microsoft.com/office/drawing/2014/main" id="{7760E686-776A-43D1-ABC0-576258DAFBA6}"/>
              </a:ext>
            </a:extLst>
          </p:cNvPr>
          <p:cNvSpPr>
            <a:spLocks xmlns:a="http://schemas.openxmlformats.org/drawingml/2006/main" noGrp="1"/>
          </p:cNvSpPr>
          <p:nvPr/>
        </p:nvSpPr>
        <p:spPr>
          <a:xfrm xmlns:a="http://schemas.openxmlformats.org/drawingml/2006/main">
            <a:off x="8858250" y="4019550"/>
            <a:ext cx="2714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F5F1E8"/>
                </a:solidFill>
              </a:defRPr>
            </a:defPPr>
            <a:lvl1pPr>
              <a:buNone/>
              <a:defRPr sz="2325" b="0">
                <a:solidFill>
                  <a:srgbClr val="F5F1E8"/>
                </a:solidFill>
              </a:defRPr>
            </a:lvl1pPr>
            <a:lvl2pPr>
              <a:buNone/>
              <a:defRPr sz="2325" b="0">
                <a:solidFill>
                  <a:srgbClr val="F5F1E8"/>
                </a:solidFill>
              </a:defRPr>
            </a:lvl2pPr>
            <a:lvl3pPr>
              <a:buNone/>
              <a:defRPr sz="2325" b="0">
                <a:solidFill>
                  <a:srgbClr val="F5F1E8"/>
                </a:solidFill>
              </a:defRPr>
            </a:lvl3pPr>
            <a:lvl4pPr>
              <a:buNone/>
              <a:defRPr sz="2325" b="0">
                <a:solidFill>
                  <a:srgbClr val="F5F1E8"/>
                </a:solidFill>
              </a:defRPr>
            </a:lvl4pPr>
            <a:lvl5pPr>
              <a:buNone/>
              <a:defRPr sz="2325" b="0">
                <a:solidFill>
                  <a:srgbClr val="F5F1E8"/>
                </a:solidFill>
              </a:defRPr>
            </a:lvl5pPr>
            <a:lvl6pPr>
              <a:buNone/>
              <a:defRPr sz="2325" b="0">
                <a:solidFill>
                  <a:srgbClr val="F5F1E8"/>
                </a:solidFill>
              </a:defRPr>
            </a:lvl6pPr>
            <a:lvl7pPr>
              <a:buNone/>
              <a:defRPr sz="2325" b="0">
                <a:solidFill>
                  <a:srgbClr val="F5F1E8"/>
                </a:solidFill>
              </a:defRPr>
            </a:lvl7pPr>
            <a:lvl8pPr>
              <a:buNone/>
              <a:defRPr sz="2325" b="0">
                <a:solidFill>
                  <a:srgbClr val="F5F1E8"/>
                </a:solidFill>
              </a:defRPr>
            </a:lvl8pPr>
            <a:lvl9pPr>
              <a:buNone/>
              <a:defRPr sz="2325" b="0">
                <a:solidFill>
                  <a:srgbClr val="F5F1E8"/>
                </a:solidFill>
              </a:defRPr>
            </a:lvl9pPr>
          </a:lstStyle>
          <a:p xmlns:a="http://schemas.openxmlformats.org/drawingml/2006/main">
            <a:pPr>
              <a:buNone/>
              <a:defRPr sz="2325" b="0">
                <a:solidFill>
                  <a:srgbClr val="F5F1E8"/>
                </a:solidFill>
              </a:defRPr>
            </a:pPr>
            <a:r>
              <a:rPr sz="2325" b="0">
                <a:solidFill>
                  <a:srgbClr val="F5F1E8"/>
                </a:solidFill>
              </a:rPr>
              <a:t>local draft</a:t>
            </a:r>
          </a:p>
        </p:txBody>
      </p:sp>
      <p:sp>
        <p:nvSpPr>
          <p:cNvPr id="9" name="">
            <a:extLst xmlns:a="http://schemas.openxmlformats.org/drawingml/2006/main">
              <a:ext uri="{FF2B5EF4-FFF2-40B4-BE49-F238E27FC236}">
                <a16:creationId xmlns:a16="http://schemas.microsoft.com/office/drawing/2014/main" id="{2772EA20-AFC2-4D07-8420-B470A6E41C42}"/>
              </a:ext>
            </a:extLst>
          </p:cNvPr>
          <p:cNvSpPr>
            <a:spLocks xmlns:a="http://schemas.openxmlformats.org/drawingml/2006/main" noGrp="1"/>
          </p:cNvSpPr>
          <p:nvPr/>
        </p:nvSpPr>
        <p:spPr>
          <a:xfrm xmlns:a="http://schemas.openxmlformats.org/drawingml/2006/main">
            <a:off x="762000" y="52578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5F1E8"/>
                </a:solidFill>
              </a:defRPr>
            </a:defPPr>
            <a:lvl1pPr>
              <a:buNone/>
              <a:defRPr sz="2550" b="1">
                <a:solidFill>
                  <a:srgbClr val="F5F1E8"/>
                </a:solidFill>
              </a:defRPr>
            </a:lvl1pPr>
            <a:lvl2pPr>
              <a:buNone/>
              <a:defRPr sz="2550" b="1">
                <a:solidFill>
                  <a:srgbClr val="F5F1E8"/>
                </a:solidFill>
              </a:defRPr>
            </a:lvl2pPr>
            <a:lvl3pPr>
              <a:buNone/>
              <a:defRPr sz="2550" b="1">
                <a:solidFill>
                  <a:srgbClr val="F5F1E8"/>
                </a:solidFill>
              </a:defRPr>
            </a:lvl3pPr>
            <a:lvl4pPr>
              <a:buNone/>
              <a:defRPr sz="2550" b="1">
                <a:solidFill>
                  <a:srgbClr val="F5F1E8"/>
                </a:solidFill>
              </a:defRPr>
            </a:lvl4pPr>
            <a:lvl5pPr>
              <a:buNone/>
              <a:defRPr sz="2550" b="1">
                <a:solidFill>
                  <a:srgbClr val="F5F1E8"/>
                </a:solidFill>
              </a:defRPr>
            </a:lvl5pPr>
            <a:lvl6pPr>
              <a:buNone/>
              <a:defRPr sz="2550" b="1">
                <a:solidFill>
                  <a:srgbClr val="F5F1E8"/>
                </a:solidFill>
              </a:defRPr>
            </a:lvl6pPr>
            <a:lvl7pPr>
              <a:buNone/>
              <a:defRPr sz="2550" b="1">
                <a:solidFill>
                  <a:srgbClr val="F5F1E8"/>
                </a:solidFill>
              </a:defRPr>
            </a:lvl7pPr>
            <a:lvl8pPr>
              <a:buNone/>
              <a:defRPr sz="2550" b="1">
                <a:solidFill>
                  <a:srgbClr val="F5F1E8"/>
                </a:solidFill>
              </a:defRPr>
            </a:lvl8pPr>
            <a:lvl9pPr>
              <a:buNone/>
              <a:defRPr sz="2550" b="1">
                <a:solidFill>
                  <a:srgbClr val="F5F1E8"/>
                </a:solidFill>
              </a:defRPr>
            </a:lvl9pPr>
          </a:lstStyle>
          <a:p xmlns:a="http://schemas.openxmlformats.org/drawingml/2006/main">
            <a:pPr>
              <a:buNone/>
              <a:defRPr sz="2550" b="1">
                <a:solidFill>
                  <a:srgbClr val="F5F1E8"/>
                </a:solidFill>
              </a:defRPr>
            </a:pPr>
            <a:r>
              <a:rPr sz="2550" b="1">
                <a:solidFill>
                  <a:srgbClr val="F5F1E8"/>
                </a:solidFill>
              </a:rPr>
              <a:t>A retrieval fails. The agent retrieves again. A draft is saved.</a:t>
            </a:r>
          </a:p>
        </p:txBody>
      </p:sp>
      <p:sp>
        <p:nvSpPr>
          <p:cNvPr id="10" name="">
            <a:extLst xmlns:a="http://schemas.openxmlformats.org/drawingml/2006/main">
              <a:ext uri="{FF2B5EF4-FFF2-40B4-BE49-F238E27FC236}">
                <a16:creationId xmlns:a16="http://schemas.microsoft.com/office/drawing/2014/main" id="{04AA41EC-17B7-48DC-9E7B-739E25CDC796}"/>
              </a:ext>
            </a:extLst>
          </p:cNvPr>
          <p:cNvSpPr>
            <a:spLocks xmlns:a="http://schemas.openxmlformats.org/drawingml/2006/main" noGrp="1"/>
          </p:cNvSpPr>
          <p:nvPr/>
        </p:nvSpPr>
        <p:spPr>
          <a:xfrm xmlns:a="http://schemas.openxmlformats.org/drawingml/2006/main">
            <a:off x="781050" y="604837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A4E4BC"/>
                </a:solidFill>
              </a:defRPr>
            </a:defPPr>
            <a:lvl1pPr>
              <a:buNone/>
              <a:defRPr sz="1650" b="0">
                <a:solidFill>
                  <a:srgbClr val="A4E4BC"/>
                </a:solidFill>
              </a:defRPr>
            </a:lvl1pPr>
            <a:lvl2pPr>
              <a:buNone/>
              <a:defRPr sz="1650" b="0">
                <a:solidFill>
                  <a:srgbClr val="A4E4BC"/>
                </a:solidFill>
              </a:defRPr>
            </a:lvl2pPr>
            <a:lvl3pPr>
              <a:buNone/>
              <a:defRPr sz="1650" b="0">
                <a:solidFill>
                  <a:srgbClr val="A4E4BC"/>
                </a:solidFill>
              </a:defRPr>
            </a:lvl3pPr>
            <a:lvl4pPr>
              <a:buNone/>
              <a:defRPr sz="1650" b="0">
                <a:solidFill>
                  <a:srgbClr val="A4E4BC"/>
                </a:solidFill>
              </a:defRPr>
            </a:lvl4pPr>
            <a:lvl5pPr>
              <a:buNone/>
              <a:defRPr sz="1650" b="0">
                <a:solidFill>
                  <a:srgbClr val="A4E4BC"/>
                </a:solidFill>
              </a:defRPr>
            </a:lvl5pPr>
            <a:lvl6pPr>
              <a:buNone/>
              <a:defRPr sz="1650" b="0">
                <a:solidFill>
                  <a:srgbClr val="A4E4BC"/>
                </a:solidFill>
              </a:defRPr>
            </a:lvl6pPr>
            <a:lvl7pPr>
              <a:buNone/>
              <a:defRPr sz="1650" b="0">
                <a:solidFill>
                  <a:srgbClr val="A4E4BC"/>
                </a:solidFill>
              </a:defRPr>
            </a:lvl7pPr>
            <a:lvl8pPr>
              <a:buNone/>
              <a:defRPr sz="1650" b="0">
                <a:solidFill>
                  <a:srgbClr val="A4E4BC"/>
                </a:solidFill>
              </a:defRPr>
            </a:lvl8pPr>
            <a:lvl9pPr>
              <a:buNone/>
              <a:defRPr sz="1650" b="0">
                <a:solidFill>
                  <a:srgbClr val="A4E4BC"/>
                </a:solidFill>
              </a:defRPr>
            </a:lvl9pPr>
          </a:lstStyle>
          <a:p xmlns:a="http://schemas.openxmlformats.org/drawingml/2006/main">
            <a:pPr>
              <a:buNone/>
              <a:defRPr sz="1650" b="0">
                <a:solidFill>
                  <a:srgbClr val="A4E4BC"/>
                </a:solidFill>
              </a:defRPr>
            </a:pPr>
            <a:r>
              <a:rPr sz="1650" b="0">
                <a:solidFill>
                  <a:srgbClr val="A4E4BC"/>
                </a:solidFill>
              </a:rPr>
              <a:t>Normal, adversarial and controlled-recovery traces retained</a:t>
            </a:r>
          </a:p>
        </p:txBody>
      </p:sp>
    </p:spTree>
    <p:extLst>
      <p:ext uri="{BB962C8B-B14F-4D97-AF65-F5344CB8AC3E}">
        <p14:creationId xmlns:p14="http://schemas.microsoft.com/office/powerpoint/2010/main" val="1869085159"/>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8BA5009-4FE5-4AFD-A965-E6EFF58F85A3}"/>
              </a:ext>
            </a:extLst>
          </p:cNvPr>
          <p:cNvSpPr>
            <a:spLocks xmlns:a="http://schemas.openxmlformats.org/drawingml/2006/main" noGrp="1"/>
          </p:cNvSpPr>
          <p:nvPr/>
        </p:nvSpPr>
        <p:spPr>
          <a:xfrm xmlns:a="http://schemas.openxmlformats.org/drawingml/2006/main">
            <a:off x="723900" y="438150"/>
            <a:ext cx="1074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496170"/>
                </a:solidFill>
              </a:defRPr>
            </a:defPPr>
            <a:lvl1pPr>
              <a:buNone/>
              <a:defRPr sz="1350" b="1">
                <a:solidFill>
                  <a:srgbClr val="496170"/>
                </a:solidFill>
              </a:defRPr>
            </a:lvl1pPr>
            <a:lvl2pPr>
              <a:buNone/>
              <a:defRPr sz="1350" b="1">
                <a:solidFill>
                  <a:srgbClr val="496170"/>
                </a:solidFill>
              </a:defRPr>
            </a:lvl2pPr>
            <a:lvl3pPr>
              <a:buNone/>
              <a:defRPr sz="1350" b="1">
                <a:solidFill>
                  <a:srgbClr val="496170"/>
                </a:solidFill>
              </a:defRPr>
            </a:lvl3pPr>
            <a:lvl4pPr>
              <a:buNone/>
              <a:defRPr sz="1350" b="1">
                <a:solidFill>
                  <a:srgbClr val="496170"/>
                </a:solidFill>
              </a:defRPr>
            </a:lvl4pPr>
            <a:lvl5pPr>
              <a:buNone/>
              <a:defRPr sz="1350" b="1">
                <a:solidFill>
                  <a:srgbClr val="496170"/>
                </a:solidFill>
              </a:defRPr>
            </a:lvl5pPr>
            <a:lvl6pPr>
              <a:buNone/>
              <a:defRPr sz="1350" b="1">
                <a:solidFill>
                  <a:srgbClr val="496170"/>
                </a:solidFill>
              </a:defRPr>
            </a:lvl6pPr>
            <a:lvl7pPr>
              <a:buNone/>
              <a:defRPr sz="1350" b="1">
                <a:solidFill>
                  <a:srgbClr val="496170"/>
                </a:solidFill>
              </a:defRPr>
            </a:lvl7pPr>
            <a:lvl8pPr>
              <a:buNone/>
              <a:defRPr sz="1350" b="1">
                <a:solidFill>
                  <a:srgbClr val="496170"/>
                </a:solidFill>
              </a:defRPr>
            </a:lvl8pPr>
            <a:lvl9pPr>
              <a:buNone/>
              <a:defRPr sz="1350" b="1">
                <a:solidFill>
                  <a:srgbClr val="496170"/>
                </a:solidFill>
              </a:defRPr>
            </a:lvl9pPr>
          </a:lstStyle>
          <a:p xmlns:a="http://schemas.openxmlformats.org/drawingml/2006/main">
            <a:pPr>
              <a:buNone/>
              <a:defRPr sz="1350" b="1">
                <a:solidFill>
                  <a:srgbClr val="496170"/>
                </a:solidFill>
              </a:defRPr>
            </a:pPr>
            <a:r>
              <a:rPr sz="1350" b="1">
                <a:solidFill>
                  <a:srgbClr val="496170"/>
                </a:solidFill>
              </a:rPr>
              <a:t>STATE AND MEMORY</a:t>
            </a:r>
          </a:p>
        </p:txBody>
      </p:sp>
      <p:sp>
        <p:nvSpPr>
          <p:cNvPr id="2" name="">
            <a:extLst xmlns:a="http://schemas.openxmlformats.org/drawingml/2006/main">
              <a:ext uri="{FF2B5EF4-FFF2-40B4-BE49-F238E27FC236}">
                <a16:creationId xmlns:a16="http://schemas.microsoft.com/office/drawing/2014/main" id="{CBE4EDF1-8D3C-4A55-824E-57D75ABC1D6E}"/>
              </a:ext>
            </a:extLst>
          </p:cNvPr>
          <p:cNvSpPr>
            <a:spLocks xmlns:a="http://schemas.openxmlformats.org/drawingml/2006/main" noGrp="1"/>
          </p:cNvSpPr>
          <p:nvPr/>
        </p:nvSpPr>
        <p:spPr>
          <a:xfrm xmlns:a="http://schemas.openxmlformats.org/drawingml/2006/main">
            <a:off x="723900" y="99060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53143"/>
                </a:solidFill>
              </a:defRPr>
            </a:defPPr>
            <a:lvl1pPr>
              <a:buNone/>
              <a:defRPr sz="4050" b="1">
                <a:solidFill>
                  <a:srgbClr val="153143"/>
                </a:solidFill>
              </a:defRPr>
            </a:lvl1pPr>
            <a:lvl2pPr>
              <a:buNone/>
              <a:defRPr sz="4050" b="1">
                <a:solidFill>
                  <a:srgbClr val="153143"/>
                </a:solidFill>
              </a:defRPr>
            </a:lvl2pPr>
            <a:lvl3pPr>
              <a:buNone/>
              <a:defRPr sz="4050" b="1">
                <a:solidFill>
                  <a:srgbClr val="153143"/>
                </a:solidFill>
              </a:defRPr>
            </a:lvl3pPr>
            <a:lvl4pPr>
              <a:buNone/>
              <a:defRPr sz="4050" b="1">
                <a:solidFill>
                  <a:srgbClr val="153143"/>
                </a:solidFill>
              </a:defRPr>
            </a:lvl4pPr>
            <a:lvl5pPr>
              <a:buNone/>
              <a:defRPr sz="4050" b="1">
                <a:solidFill>
                  <a:srgbClr val="153143"/>
                </a:solidFill>
              </a:defRPr>
            </a:lvl5pPr>
            <a:lvl6pPr>
              <a:buNone/>
              <a:defRPr sz="4050" b="1">
                <a:solidFill>
                  <a:srgbClr val="153143"/>
                </a:solidFill>
              </a:defRPr>
            </a:lvl6pPr>
            <a:lvl7pPr>
              <a:buNone/>
              <a:defRPr sz="4050" b="1">
                <a:solidFill>
                  <a:srgbClr val="153143"/>
                </a:solidFill>
              </a:defRPr>
            </a:lvl7pPr>
            <a:lvl8pPr>
              <a:buNone/>
              <a:defRPr sz="4050" b="1">
                <a:solidFill>
                  <a:srgbClr val="153143"/>
                </a:solidFill>
              </a:defRPr>
            </a:lvl8pPr>
            <a:lvl9pPr>
              <a:buNone/>
              <a:defRPr sz="4050" b="1">
                <a:solidFill>
                  <a:srgbClr val="153143"/>
                </a:solidFill>
              </a:defRPr>
            </a:lvl9pPr>
          </a:lstStyle>
          <a:p xmlns:a="http://schemas.openxmlformats.org/drawingml/2006/main">
            <a:pPr>
              <a:buNone/>
              <a:defRPr sz="4050" b="1">
                <a:solidFill>
                  <a:srgbClr val="153143"/>
                </a:solidFill>
              </a:defRPr>
            </a:pPr>
            <a:r>
              <a:rPr sz="4050" b="1">
                <a:solidFill>
                  <a:srgbClr val="153143"/>
                </a:solidFill>
              </a:rPr>
              <a:t>History informs the next run.</a:t>
            </a:r>
          </a:p>
        </p:txBody>
      </p:sp>
      <p:sp>
        <p:nvSpPr>
          <p:cNvPr id="3" name="">
            <a:extLst xmlns:a="http://schemas.openxmlformats.org/drawingml/2006/main">
              <a:ext uri="{FF2B5EF4-FFF2-40B4-BE49-F238E27FC236}">
                <a16:creationId xmlns:a16="http://schemas.microsoft.com/office/drawing/2014/main" id="{290ECB06-C408-46F4-96DD-F2116229EC97}"/>
              </a:ext>
            </a:extLst>
          </p:cNvPr>
          <p:cNvSpPr>
            <a:spLocks xmlns:a="http://schemas.openxmlformats.org/drawingml/2006/main" noGrp="1"/>
          </p:cNvSpPr>
          <p:nvPr/>
        </p:nvSpPr>
        <p:spPr>
          <a:xfrm xmlns:a="http://schemas.openxmlformats.org/drawingml/2006/main">
            <a:off x="742950" y="2571750"/>
            <a:ext cx="285750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875" b="1">
                <a:solidFill>
                  <a:srgbClr val="207958"/>
                </a:solidFill>
              </a:defRPr>
            </a:defPPr>
            <a:lvl1pPr>
              <a:buNone/>
              <a:defRPr sz="10875" b="1">
                <a:solidFill>
                  <a:srgbClr val="207958"/>
                </a:solidFill>
              </a:defRPr>
            </a:lvl1pPr>
            <a:lvl2pPr>
              <a:buNone/>
              <a:defRPr sz="10875" b="1">
                <a:solidFill>
                  <a:srgbClr val="207958"/>
                </a:solidFill>
              </a:defRPr>
            </a:lvl2pPr>
            <a:lvl3pPr>
              <a:buNone/>
              <a:defRPr sz="10875" b="1">
                <a:solidFill>
                  <a:srgbClr val="207958"/>
                </a:solidFill>
              </a:defRPr>
            </a:lvl3pPr>
            <a:lvl4pPr>
              <a:buNone/>
              <a:defRPr sz="10875" b="1">
                <a:solidFill>
                  <a:srgbClr val="207958"/>
                </a:solidFill>
              </a:defRPr>
            </a:lvl4pPr>
            <a:lvl5pPr>
              <a:buNone/>
              <a:defRPr sz="10875" b="1">
                <a:solidFill>
                  <a:srgbClr val="207958"/>
                </a:solidFill>
              </a:defRPr>
            </a:lvl5pPr>
            <a:lvl6pPr>
              <a:buNone/>
              <a:defRPr sz="10875" b="1">
                <a:solidFill>
                  <a:srgbClr val="207958"/>
                </a:solidFill>
              </a:defRPr>
            </a:lvl6pPr>
            <a:lvl7pPr>
              <a:buNone/>
              <a:defRPr sz="10875" b="1">
                <a:solidFill>
                  <a:srgbClr val="207958"/>
                </a:solidFill>
              </a:defRPr>
            </a:lvl7pPr>
            <a:lvl8pPr>
              <a:buNone/>
              <a:defRPr sz="10875" b="1">
                <a:solidFill>
                  <a:srgbClr val="207958"/>
                </a:solidFill>
              </a:defRPr>
            </a:lvl8pPr>
            <a:lvl9pPr>
              <a:buNone/>
              <a:defRPr sz="10875" b="1">
                <a:solidFill>
                  <a:srgbClr val="207958"/>
                </a:solidFill>
              </a:defRPr>
            </a:lvl9pPr>
          </a:lstStyle>
          <a:p xmlns:a="http://schemas.openxmlformats.org/drawingml/2006/main">
            <a:pPr>
              <a:buNone/>
              <a:defRPr sz="10875" b="1">
                <a:solidFill>
                  <a:srgbClr val="207958"/>
                </a:solidFill>
              </a:defRPr>
            </a:pPr>
            <a:r>
              <a:rPr sz="10875" b="1">
                <a:solidFill>
                  <a:srgbClr val="207958"/>
                </a:solidFill>
              </a:rPr>
              <a:t>1</a:t>
            </a:r>
          </a:p>
        </p:txBody>
      </p:sp>
      <p:sp>
        <p:nvSpPr>
          <p:cNvPr id="4" name="">
            <a:extLst xmlns:a="http://schemas.openxmlformats.org/drawingml/2006/main">
              <a:ext uri="{FF2B5EF4-FFF2-40B4-BE49-F238E27FC236}">
                <a16:creationId xmlns:a16="http://schemas.microsoft.com/office/drawing/2014/main" id="{29481789-7295-4B88-8A3A-3FF92CDAF396}"/>
              </a:ext>
            </a:extLst>
          </p:cNvPr>
          <p:cNvSpPr>
            <a:spLocks xmlns:a="http://schemas.openxmlformats.org/drawingml/2006/main" noGrp="1"/>
          </p:cNvSpPr>
          <p:nvPr/>
        </p:nvSpPr>
        <p:spPr>
          <a:xfrm xmlns:a="http://schemas.openxmlformats.org/drawingml/2006/main">
            <a:off x="790575" y="4419600"/>
            <a:ext cx="476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153143"/>
                </a:solidFill>
              </a:defRPr>
            </a:defPPr>
            <a:lvl1pPr>
              <a:buNone/>
              <a:defRPr sz="2475" b="1">
                <a:solidFill>
                  <a:srgbClr val="153143"/>
                </a:solidFill>
              </a:defRPr>
            </a:lvl1pPr>
            <a:lvl2pPr>
              <a:buNone/>
              <a:defRPr sz="2475" b="1">
                <a:solidFill>
                  <a:srgbClr val="153143"/>
                </a:solidFill>
              </a:defRPr>
            </a:lvl2pPr>
            <a:lvl3pPr>
              <a:buNone/>
              <a:defRPr sz="2475" b="1">
                <a:solidFill>
                  <a:srgbClr val="153143"/>
                </a:solidFill>
              </a:defRPr>
            </a:lvl3pPr>
            <a:lvl4pPr>
              <a:buNone/>
              <a:defRPr sz="2475" b="1">
                <a:solidFill>
                  <a:srgbClr val="153143"/>
                </a:solidFill>
              </a:defRPr>
            </a:lvl4pPr>
            <a:lvl5pPr>
              <a:buNone/>
              <a:defRPr sz="2475" b="1">
                <a:solidFill>
                  <a:srgbClr val="153143"/>
                </a:solidFill>
              </a:defRPr>
            </a:lvl5pPr>
            <a:lvl6pPr>
              <a:buNone/>
              <a:defRPr sz="2475" b="1">
                <a:solidFill>
                  <a:srgbClr val="153143"/>
                </a:solidFill>
              </a:defRPr>
            </a:lvl6pPr>
            <a:lvl7pPr>
              <a:buNone/>
              <a:defRPr sz="2475" b="1">
                <a:solidFill>
                  <a:srgbClr val="153143"/>
                </a:solidFill>
              </a:defRPr>
            </a:lvl7pPr>
            <a:lvl8pPr>
              <a:buNone/>
              <a:defRPr sz="2475" b="1">
                <a:solidFill>
                  <a:srgbClr val="153143"/>
                </a:solidFill>
              </a:defRPr>
            </a:lvl8pPr>
            <a:lvl9pPr>
              <a:buNone/>
              <a:defRPr sz="2475" b="1">
                <a:solidFill>
                  <a:srgbClr val="153143"/>
                </a:solidFill>
              </a:defRPr>
            </a:lvl9pPr>
          </a:lstStyle>
          <a:p xmlns:a="http://schemas.openxmlformats.org/drawingml/2006/main">
            <a:pPr>
              <a:buNone/>
              <a:defRPr sz="2475" b="1">
                <a:solidFill>
                  <a:srgbClr val="153143"/>
                </a:solidFill>
              </a:defRPr>
            </a:pPr>
            <a:r>
              <a:rPr sz="2475" b="1">
                <a:solidFill>
                  <a:srgbClr val="153143"/>
                </a:solidFill>
              </a:rPr>
              <a:t>earlier report available</a:t>
            </a:r>
          </a:p>
          <a:p xmlns:a="http://schemas.openxmlformats.org/drawingml/2006/main">
            <a:pPr>
              <a:buNone/>
              <a:defRPr sz="2475" b="1">
                <a:solidFill>
                  <a:srgbClr val="153143"/>
                </a:solidFill>
              </a:defRPr>
            </a:pPr>
            <a:r>
              <a:rPr sz="2475" b="1">
                <a:solidFill>
                  <a:srgbClr val="153143"/>
                </a:solidFill>
              </a:rPr>
              <a:t>to the second run</a:t>
            </a:r>
          </a:p>
        </p:txBody>
      </p:sp>
      <p:sp>
        <p:nvSpPr>
          <p:cNvPr id="5" name="">
            <a:extLst xmlns:a="http://schemas.openxmlformats.org/drawingml/2006/main">
              <a:ext uri="{FF2B5EF4-FFF2-40B4-BE49-F238E27FC236}">
                <a16:creationId xmlns:a16="http://schemas.microsoft.com/office/drawing/2014/main" id="{BE4F8B67-118B-4979-A931-4E8CD30C3D92}"/>
              </a:ext>
            </a:extLst>
          </p:cNvPr>
          <p:cNvSpPr>
            <a:spLocks xmlns:a="http://schemas.openxmlformats.org/drawingml/2006/main" noGrp="1"/>
          </p:cNvSpPr>
          <p:nvPr/>
        </p:nvSpPr>
        <p:spPr>
          <a:xfrm xmlns:a="http://schemas.openxmlformats.org/drawingml/2006/main">
            <a:off x="6229350" y="2724150"/>
            <a:ext cx="53911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53143"/>
                </a:solidFill>
              </a:defRPr>
            </a:defPPr>
            <a:lvl1pPr>
              <a:buNone/>
              <a:defRPr sz="2325" b="0">
                <a:solidFill>
                  <a:srgbClr val="153143"/>
                </a:solidFill>
              </a:defRPr>
            </a:lvl1pPr>
            <a:lvl2pPr>
              <a:buNone/>
              <a:defRPr sz="2325" b="0">
                <a:solidFill>
                  <a:srgbClr val="153143"/>
                </a:solidFill>
              </a:defRPr>
            </a:lvl2pPr>
            <a:lvl3pPr>
              <a:buNone/>
              <a:defRPr sz="2325" b="0">
                <a:solidFill>
                  <a:srgbClr val="153143"/>
                </a:solidFill>
              </a:defRPr>
            </a:lvl3pPr>
            <a:lvl4pPr>
              <a:buNone/>
              <a:defRPr sz="2325" b="0">
                <a:solidFill>
                  <a:srgbClr val="153143"/>
                </a:solidFill>
              </a:defRPr>
            </a:lvl4pPr>
            <a:lvl5pPr>
              <a:buNone/>
              <a:defRPr sz="2325" b="0">
                <a:solidFill>
                  <a:srgbClr val="153143"/>
                </a:solidFill>
              </a:defRPr>
            </a:lvl5pPr>
            <a:lvl6pPr>
              <a:buNone/>
              <a:defRPr sz="2325" b="0">
                <a:solidFill>
                  <a:srgbClr val="153143"/>
                </a:solidFill>
              </a:defRPr>
            </a:lvl6pPr>
            <a:lvl7pPr>
              <a:buNone/>
              <a:defRPr sz="2325" b="0">
                <a:solidFill>
                  <a:srgbClr val="153143"/>
                </a:solidFill>
              </a:defRPr>
            </a:lvl7pPr>
            <a:lvl8pPr>
              <a:buNone/>
              <a:defRPr sz="2325" b="0">
                <a:solidFill>
                  <a:srgbClr val="153143"/>
                </a:solidFill>
              </a:defRPr>
            </a:lvl8pPr>
            <a:lvl9pPr>
              <a:buNone/>
              <a:defRPr sz="2325" b="0">
                <a:solidFill>
                  <a:srgbClr val="153143"/>
                </a:solidFill>
              </a:defRPr>
            </a:lvl9pPr>
          </a:lstStyle>
          <a:p xmlns:a="http://schemas.openxmlformats.org/drawingml/2006/main">
            <a:pPr>
              <a:buNone/>
              <a:defRPr sz="2325" b="0">
                <a:solidFill>
                  <a:srgbClr val="153143"/>
                </a:solidFill>
              </a:defRPr>
            </a:pPr>
            <a:r>
              <a:rPr sz="2325" b="0">
                <a:solidFill>
                  <a:srgbClr val="153143"/>
                </a:solidFill>
              </a:rPr>
              <a:t>Fresh retrieval still occurs.</a:t>
            </a:r>
          </a:p>
          <a:p xmlns:a="http://schemas.openxmlformats.org/drawingml/2006/main">
            <a:pPr>
              <a:buNone/>
              <a:defRPr sz="2325" b="0">
                <a:solidFill>
                  <a:srgbClr val="153143"/>
                </a:solidFill>
              </a:defRPr>
            </a:pPr>
            <a:r>
              <a:rPr sz="2325" b="0">
                <a:solidFill>
                  <a:srgbClr val="153143"/>
                </a:solidFill>
              </a:rPr>
              <a:t>Prior outcomes do not grant approval.</a:t>
            </a:r>
          </a:p>
          <a:p xmlns:a="http://schemas.openxmlformats.org/drawingml/2006/main">
            <a:pPr>
              <a:buNone/>
              <a:defRPr sz="2325" b="0">
                <a:solidFill>
                  <a:srgbClr val="153143"/>
                </a:solidFill>
              </a:defRPr>
            </a:pPr>
            <a:r>
              <a:rPr sz="2325" b="0">
                <a:solidFill>
                  <a:srgbClr val="153143"/>
                </a:solidFill>
              </a:rPr>
              <a:t>Deletion removed both retained summaries.</a:t>
            </a:r>
          </a:p>
        </p:txBody>
      </p:sp>
      <p:sp>
        <p:nvSpPr>
          <p:cNvPr id="6" name="">
            <a:extLst xmlns:a="http://schemas.openxmlformats.org/drawingml/2006/main">
              <a:ext uri="{FF2B5EF4-FFF2-40B4-BE49-F238E27FC236}">
                <a16:creationId xmlns:a16="http://schemas.microsoft.com/office/drawing/2014/main" id="{733580F1-2A43-4699-9D87-2FB529CF2F03}"/>
              </a:ext>
            </a:extLst>
          </p:cNvPr>
          <p:cNvSpPr>
            <a:spLocks xmlns:a="http://schemas.openxmlformats.org/drawingml/2006/main" noGrp="1"/>
          </p:cNvSpPr>
          <p:nvPr/>
        </p:nvSpPr>
        <p:spPr>
          <a:xfrm xmlns:a="http://schemas.openxmlformats.org/drawingml/2006/main">
            <a:off x="6257925" y="5600700"/>
            <a:ext cx="5334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496170"/>
                </a:solidFill>
              </a:defRPr>
            </a:defPPr>
            <a:lvl1pPr>
              <a:buNone/>
              <a:defRPr sz="1875" b="0">
                <a:solidFill>
                  <a:srgbClr val="496170"/>
                </a:solidFill>
              </a:defRPr>
            </a:lvl1pPr>
            <a:lvl2pPr>
              <a:buNone/>
              <a:defRPr sz="1875" b="0">
                <a:solidFill>
                  <a:srgbClr val="496170"/>
                </a:solidFill>
              </a:defRPr>
            </a:lvl2pPr>
            <a:lvl3pPr>
              <a:buNone/>
              <a:defRPr sz="1875" b="0">
                <a:solidFill>
                  <a:srgbClr val="496170"/>
                </a:solidFill>
              </a:defRPr>
            </a:lvl3pPr>
            <a:lvl4pPr>
              <a:buNone/>
              <a:defRPr sz="1875" b="0">
                <a:solidFill>
                  <a:srgbClr val="496170"/>
                </a:solidFill>
              </a:defRPr>
            </a:lvl4pPr>
            <a:lvl5pPr>
              <a:buNone/>
              <a:defRPr sz="1875" b="0">
                <a:solidFill>
                  <a:srgbClr val="496170"/>
                </a:solidFill>
              </a:defRPr>
            </a:lvl5pPr>
            <a:lvl6pPr>
              <a:buNone/>
              <a:defRPr sz="1875" b="0">
                <a:solidFill>
                  <a:srgbClr val="496170"/>
                </a:solidFill>
              </a:defRPr>
            </a:lvl6pPr>
            <a:lvl7pPr>
              <a:buNone/>
              <a:defRPr sz="1875" b="0">
                <a:solidFill>
                  <a:srgbClr val="496170"/>
                </a:solidFill>
              </a:defRPr>
            </a:lvl7pPr>
            <a:lvl8pPr>
              <a:buNone/>
              <a:defRPr sz="1875" b="0">
                <a:solidFill>
                  <a:srgbClr val="496170"/>
                </a:solidFill>
              </a:defRPr>
            </a:lvl8pPr>
            <a:lvl9pPr>
              <a:buNone/>
              <a:defRPr sz="1875" b="0">
                <a:solidFill>
                  <a:srgbClr val="496170"/>
                </a:solidFill>
              </a:defRPr>
            </a:lvl9pPr>
          </a:lstStyle>
          <a:p xmlns:a="http://schemas.openxmlformats.org/drawingml/2006/main">
            <a:pPr>
              <a:buNone/>
              <a:defRPr sz="1875" b="0">
                <a:solidFill>
                  <a:srgbClr val="496170"/>
                </a:solidFill>
              </a:defRPr>
            </a:pPr>
            <a:r>
              <a:rPr sz="1875" b="0">
                <a:solidFill>
                  <a:srgbClr val="496170"/>
                </a:solidFill>
              </a:rPr>
              <a:t>Retention: up to 90 days or 500 summaries</a:t>
            </a:r>
          </a:p>
        </p:txBody>
      </p:sp>
    </p:spTree>
    <p:extLst>
      <p:ext uri="{BB962C8B-B14F-4D97-AF65-F5344CB8AC3E}">
        <p14:creationId xmlns:p14="http://schemas.microsoft.com/office/powerpoint/2010/main" val="1070311935"/>
      </p:ext>
    </p:extLst>
  </p:cSld>
</p:sld>
</file>

<file path=ppt/slides/slide12.xml><?xml version="1.0" encoding="utf-8"?>
<p:sld xmlns:p="http://schemas.openxmlformats.org/presentationml/2006/main">
  <p:cSld>
    <p:bg>
      <p:bgPr>
        <a:solidFill xmlns:a="http://schemas.openxmlformats.org/drawingml/2006/main">
          <a:srgbClr val="0A24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15B8554-CCE3-4281-BA16-5149D367386F}"/>
              </a:ext>
            </a:extLst>
          </p:cNvPr>
          <p:cNvSpPr>
            <a:spLocks xmlns:a="http://schemas.openxmlformats.org/drawingml/2006/main" noGrp="1"/>
          </p:cNvSpPr>
          <p:nvPr/>
        </p:nvSpPr>
        <p:spPr>
          <a:xfrm xmlns:a="http://schemas.openxmlformats.org/drawingml/2006/main">
            <a:off x="723900" y="438150"/>
            <a:ext cx="1074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4E4BC"/>
                </a:solidFill>
              </a:defRPr>
            </a:defPPr>
            <a:lvl1pPr>
              <a:buNone/>
              <a:defRPr sz="1350" b="1">
                <a:solidFill>
                  <a:srgbClr val="A4E4BC"/>
                </a:solidFill>
              </a:defRPr>
            </a:lvl1pPr>
            <a:lvl2pPr>
              <a:buNone/>
              <a:defRPr sz="1350" b="1">
                <a:solidFill>
                  <a:srgbClr val="A4E4BC"/>
                </a:solidFill>
              </a:defRPr>
            </a:lvl2pPr>
            <a:lvl3pPr>
              <a:buNone/>
              <a:defRPr sz="1350" b="1">
                <a:solidFill>
                  <a:srgbClr val="A4E4BC"/>
                </a:solidFill>
              </a:defRPr>
            </a:lvl3pPr>
            <a:lvl4pPr>
              <a:buNone/>
              <a:defRPr sz="1350" b="1">
                <a:solidFill>
                  <a:srgbClr val="A4E4BC"/>
                </a:solidFill>
              </a:defRPr>
            </a:lvl4pPr>
            <a:lvl5pPr>
              <a:buNone/>
              <a:defRPr sz="1350" b="1">
                <a:solidFill>
                  <a:srgbClr val="A4E4BC"/>
                </a:solidFill>
              </a:defRPr>
            </a:lvl5pPr>
            <a:lvl6pPr>
              <a:buNone/>
              <a:defRPr sz="1350" b="1">
                <a:solidFill>
                  <a:srgbClr val="A4E4BC"/>
                </a:solidFill>
              </a:defRPr>
            </a:lvl6pPr>
            <a:lvl7pPr>
              <a:buNone/>
              <a:defRPr sz="1350" b="1">
                <a:solidFill>
                  <a:srgbClr val="A4E4BC"/>
                </a:solidFill>
              </a:defRPr>
            </a:lvl7pPr>
            <a:lvl8pPr>
              <a:buNone/>
              <a:defRPr sz="1350" b="1">
                <a:solidFill>
                  <a:srgbClr val="A4E4BC"/>
                </a:solidFill>
              </a:defRPr>
            </a:lvl8pPr>
            <a:lvl9pPr>
              <a:buNone/>
              <a:defRPr sz="1350" b="1">
                <a:solidFill>
                  <a:srgbClr val="A4E4BC"/>
                </a:solidFill>
              </a:defRPr>
            </a:lvl9pPr>
          </a:lstStyle>
          <a:p xmlns:a="http://schemas.openxmlformats.org/drawingml/2006/main">
            <a:pPr>
              <a:buNone/>
              <a:defRPr sz="1350" b="1">
                <a:solidFill>
                  <a:srgbClr val="A4E4BC"/>
                </a:solidFill>
              </a:defRPr>
            </a:pPr>
            <a:r>
              <a:rPr sz="1350" b="1">
                <a:solidFill>
                  <a:srgbClr val="A4E4BC"/>
                </a:solidFill>
              </a:rPr>
              <a:t>VERIFICATION</a:t>
            </a:r>
          </a:p>
        </p:txBody>
      </p:sp>
      <p:sp>
        <p:nvSpPr>
          <p:cNvPr id="2" name="">
            <a:extLst xmlns:a="http://schemas.openxmlformats.org/drawingml/2006/main">
              <a:ext uri="{FF2B5EF4-FFF2-40B4-BE49-F238E27FC236}">
                <a16:creationId xmlns:a16="http://schemas.microsoft.com/office/drawing/2014/main" id="{E4023761-7F92-4F9E-86FF-C960DB9B0EC7}"/>
              </a:ext>
            </a:extLst>
          </p:cNvPr>
          <p:cNvSpPr>
            <a:spLocks xmlns:a="http://schemas.openxmlformats.org/drawingml/2006/main" noGrp="1"/>
          </p:cNvSpPr>
          <p:nvPr/>
        </p:nvSpPr>
        <p:spPr>
          <a:xfrm xmlns:a="http://schemas.openxmlformats.org/drawingml/2006/main">
            <a:off x="723900" y="99060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F5F1E8"/>
                </a:solidFill>
              </a:defRPr>
            </a:defPPr>
            <a:lvl1pPr>
              <a:buNone/>
              <a:defRPr sz="4050" b="1">
                <a:solidFill>
                  <a:srgbClr val="F5F1E8"/>
                </a:solidFill>
              </a:defRPr>
            </a:lvl1pPr>
            <a:lvl2pPr>
              <a:buNone/>
              <a:defRPr sz="4050" b="1">
                <a:solidFill>
                  <a:srgbClr val="F5F1E8"/>
                </a:solidFill>
              </a:defRPr>
            </a:lvl2pPr>
            <a:lvl3pPr>
              <a:buNone/>
              <a:defRPr sz="4050" b="1">
                <a:solidFill>
                  <a:srgbClr val="F5F1E8"/>
                </a:solidFill>
              </a:defRPr>
            </a:lvl3pPr>
            <a:lvl4pPr>
              <a:buNone/>
              <a:defRPr sz="4050" b="1">
                <a:solidFill>
                  <a:srgbClr val="F5F1E8"/>
                </a:solidFill>
              </a:defRPr>
            </a:lvl4pPr>
            <a:lvl5pPr>
              <a:buNone/>
              <a:defRPr sz="4050" b="1">
                <a:solidFill>
                  <a:srgbClr val="F5F1E8"/>
                </a:solidFill>
              </a:defRPr>
            </a:lvl5pPr>
            <a:lvl6pPr>
              <a:buNone/>
              <a:defRPr sz="4050" b="1">
                <a:solidFill>
                  <a:srgbClr val="F5F1E8"/>
                </a:solidFill>
              </a:defRPr>
            </a:lvl6pPr>
            <a:lvl7pPr>
              <a:buNone/>
              <a:defRPr sz="4050" b="1">
                <a:solidFill>
                  <a:srgbClr val="F5F1E8"/>
                </a:solidFill>
              </a:defRPr>
            </a:lvl7pPr>
            <a:lvl8pPr>
              <a:buNone/>
              <a:defRPr sz="4050" b="1">
                <a:solidFill>
                  <a:srgbClr val="F5F1E8"/>
                </a:solidFill>
              </a:defRPr>
            </a:lvl8pPr>
            <a:lvl9pPr>
              <a:buNone/>
              <a:defRPr sz="4050" b="1">
                <a:solidFill>
                  <a:srgbClr val="F5F1E8"/>
                </a:solidFill>
              </a:defRPr>
            </a:lvl9pPr>
          </a:lstStyle>
          <a:p xmlns:a="http://schemas.openxmlformats.org/drawingml/2006/main">
            <a:pPr>
              <a:buNone/>
              <a:defRPr sz="4050" b="1">
                <a:solidFill>
                  <a:srgbClr val="F5F1E8"/>
                </a:solidFill>
              </a:defRPr>
            </a:pPr>
            <a:r>
              <a:rPr sz="4050" b="1">
                <a:solidFill>
                  <a:srgbClr val="F5F1E8"/>
                </a:solidFill>
              </a:rPr>
              <a:t>Controls checked beyond the happy path.</a:t>
            </a:r>
          </a:p>
        </p:txBody>
      </p:sp>
      <p:sp>
        <p:nvSpPr>
          <p:cNvPr id="3" name="">
            <a:extLst xmlns:a="http://schemas.openxmlformats.org/drawingml/2006/main">
              <a:ext uri="{FF2B5EF4-FFF2-40B4-BE49-F238E27FC236}">
                <a16:creationId xmlns:a16="http://schemas.microsoft.com/office/drawing/2014/main" id="{2E1A5679-2238-43BB-98C5-359FA41082C9}"/>
              </a:ext>
            </a:extLst>
          </p:cNvPr>
          <p:cNvSpPr>
            <a:spLocks xmlns:a="http://schemas.openxmlformats.org/drawingml/2006/main" noGrp="1"/>
          </p:cNvSpPr>
          <p:nvPr/>
        </p:nvSpPr>
        <p:spPr>
          <a:xfrm xmlns:a="http://schemas.openxmlformats.org/drawingml/2006/main">
            <a:off x="723900" y="2590800"/>
            <a:ext cx="39052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875" b="1">
                <a:solidFill>
                  <a:srgbClr val="A4E4BC"/>
                </a:solidFill>
              </a:defRPr>
            </a:defPPr>
            <a:lvl1pPr>
              <a:buNone/>
              <a:defRPr sz="10875" b="1">
                <a:solidFill>
                  <a:srgbClr val="A4E4BC"/>
                </a:solidFill>
              </a:defRPr>
            </a:lvl1pPr>
            <a:lvl2pPr>
              <a:buNone/>
              <a:defRPr sz="10875" b="1">
                <a:solidFill>
                  <a:srgbClr val="A4E4BC"/>
                </a:solidFill>
              </a:defRPr>
            </a:lvl2pPr>
            <a:lvl3pPr>
              <a:buNone/>
              <a:defRPr sz="10875" b="1">
                <a:solidFill>
                  <a:srgbClr val="A4E4BC"/>
                </a:solidFill>
              </a:defRPr>
            </a:lvl3pPr>
            <a:lvl4pPr>
              <a:buNone/>
              <a:defRPr sz="10875" b="1">
                <a:solidFill>
                  <a:srgbClr val="A4E4BC"/>
                </a:solidFill>
              </a:defRPr>
            </a:lvl4pPr>
            <a:lvl5pPr>
              <a:buNone/>
              <a:defRPr sz="10875" b="1">
                <a:solidFill>
                  <a:srgbClr val="A4E4BC"/>
                </a:solidFill>
              </a:defRPr>
            </a:lvl5pPr>
            <a:lvl6pPr>
              <a:buNone/>
              <a:defRPr sz="10875" b="1">
                <a:solidFill>
                  <a:srgbClr val="A4E4BC"/>
                </a:solidFill>
              </a:defRPr>
            </a:lvl6pPr>
            <a:lvl7pPr>
              <a:buNone/>
              <a:defRPr sz="10875" b="1">
                <a:solidFill>
                  <a:srgbClr val="A4E4BC"/>
                </a:solidFill>
              </a:defRPr>
            </a:lvl7pPr>
            <a:lvl8pPr>
              <a:buNone/>
              <a:defRPr sz="10875" b="1">
                <a:solidFill>
                  <a:srgbClr val="A4E4BC"/>
                </a:solidFill>
              </a:defRPr>
            </a:lvl8pPr>
            <a:lvl9pPr>
              <a:buNone/>
              <a:defRPr sz="10875" b="1">
                <a:solidFill>
                  <a:srgbClr val="A4E4BC"/>
                </a:solidFill>
              </a:defRPr>
            </a:lvl9pPr>
          </a:lstStyle>
          <a:p xmlns:a="http://schemas.openxmlformats.org/drawingml/2006/main">
            <a:pPr>
              <a:buNone/>
              <a:defRPr sz="10875" b="1">
                <a:solidFill>
                  <a:srgbClr val="A4E4BC"/>
                </a:solidFill>
              </a:defRPr>
            </a:pPr>
            <a:r>
              <a:rPr sz="10875" b="1">
                <a:solidFill>
                  <a:srgbClr val="A4E4BC"/>
                </a:solidFill>
              </a:rPr>
              <a:t>66</a:t>
            </a:r>
          </a:p>
        </p:txBody>
      </p:sp>
      <p:sp>
        <p:nvSpPr>
          <p:cNvPr id="4" name="">
            <a:extLst xmlns:a="http://schemas.openxmlformats.org/drawingml/2006/main">
              <a:ext uri="{FF2B5EF4-FFF2-40B4-BE49-F238E27FC236}">
                <a16:creationId xmlns:a16="http://schemas.microsoft.com/office/drawing/2014/main" id="{89E8F080-4505-4ED1-BC90-92E223A5283A}"/>
              </a:ext>
            </a:extLst>
          </p:cNvPr>
          <p:cNvSpPr>
            <a:spLocks xmlns:a="http://schemas.openxmlformats.org/drawingml/2006/main" noGrp="1"/>
          </p:cNvSpPr>
          <p:nvPr/>
        </p:nvSpPr>
        <p:spPr>
          <a:xfrm xmlns:a="http://schemas.openxmlformats.org/drawingml/2006/main">
            <a:off x="800100" y="433387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F5F1E8"/>
                </a:solidFill>
              </a:defRPr>
            </a:defPPr>
            <a:lvl1pPr>
              <a:buNone/>
              <a:defRPr sz="2850" b="1">
                <a:solidFill>
                  <a:srgbClr val="F5F1E8"/>
                </a:solidFill>
              </a:defRPr>
            </a:lvl1pPr>
            <a:lvl2pPr>
              <a:buNone/>
              <a:defRPr sz="2850" b="1">
                <a:solidFill>
                  <a:srgbClr val="F5F1E8"/>
                </a:solidFill>
              </a:defRPr>
            </a:lvl2pPr>
            <a:lvl3pPr>
              <a:buNone/>
              <a:defRPr sz="2850" b="1">
                <a:solidFill>
                  <a:srgbClr val="F5F1E8"/>
                </a:solidFill>
              </a:defRPr>
            </a:lvl3pPr>
            <a:lvl4pPr>
              <a:buNone/>
              <a:defRPr sz="2850" b="1">
                <a:solidFill>
                  <a:srgbClr val="F5F1E8"/>
                </a:solidFill>
              </a:defRPr>
            </a:lvl4pPr>
            <a:lvl5pPr>
              <a:buNone/>
              <a:defRPr sz="2850" b="1">
                <a:solidFill>
                  <a:srgbClr val="F5F1E8"/>
                </a:solidFill>
              </a:defRPr>
            </a:lvl5pPr>
            <a:lvl6pPr>
              <a:buNone/>
              <a:defRPr sz="2850" b="1">
                <a:solidFill>
                  <a:srgbClr val="F5F1E8"/>
                </a:solidFill>
              </a:defRPr>
            </a:lvl6pPr>
            <a:lvl7pPr>
              <a:buNone/>
              <a:defRPr sz="2850" b="1">
                <a:solidFill>
                  <a:srgbClr val="F5F1E8"/>
                </a:solidFill>
              </a:defRPr>
            </a:lvl7pPr>
            <a:lvl8pPr>
              <a:buNone/>
              <a:defRPr sz="2850" b="1">
                <a:solidFill>
                  <a:srgbClr val="F5F1E8"/>
                </a:solidFill>
              </a:defRPr>
            </a:lvl8pPr>
            <a:lvl9pPr>
              <a:buNone/>
              <a:defRPr sz="2850" b="1">
                <a:solidFill>
                  <a:srgbClr val="F5F1E8"/>
                </a:solidFill>
              </a:defRPr>
            </a:lvl9pPr>
          </a:lstStyle>
          <a:p xmlns:a="http://schemas.openxmlformats.org/drawingml/2006/main">
            <a:pPr>
              <a:buNone/>
              <a:defRPr sz="2850" b="1">
                <a:solidFill>
                  <a:srgbClr val="F5F1E8"/>
                </a:solidFill>
              </a:defRPr>
            </a:pPr>
            <a:r>
              <a:rPr sz="2850" b="1">
                <a:solidFill>
                  <a:srgbClr val="F5F1E8"/>
                </a:solidFill>
              </a:rPr>
              <a:t>offline regression</a:t>
            </a:r>
          </a:p>
          <a:p xmlns:a="http://schemas.openxmlformats.org/drawingml/2006/main">
            <a:pPr>
              <a:buNone/>
              <a:defRPr sz="2850" b="1">
                <a:solidFill>
                  <a:srgbClr val="F5F1E8"/>
                </a:solidFill>
              </a:defRPr>
            </a:pPr>
            <a:r>
              <a:rPr sz="2850" b="1">
                <a:solidFill>
                  <a:srgbClr val="F5F1E8"/>
                </a:solidFill>
              </a:rPr>
              <a:t>checks passed</a:t>
            </a:r>
          </a:p>
        </p:txBody>
      </p:sp>
      <p:sp>
        <p:nvSpPr>
          <p:cNvPr id="5" name="">
            <a:extLst xmlns:a="http://schemas.openxmlformats.org/drawingml/2006/main">
              <a:ext uri="{FF2B5EF4-FFF2-40B4-BE49-F238E27FC236}">
                <a16:creationId xmlns:a16="http://schemas.microsoft.com/office/drawing/2014/main" id="{4E5E6185-096E-4218-BB96-89E28692CCE0}"/>
              </a:ext>
            </a:extLst>
          </p:cNvPr>
          <p:cNvSpPr>
            <a:spLocks xmlns:a="http://schemas.openxmlformats.org/drawingml/2006/main" noGrp="1"/>
          </p:cNvSpPr>
          <p:nvPr/>
        </p:nvSpPr>
        <p:spPr>
          <a:xfrm xmlns:a="http://schemas.openxmlformats.org/drawingml/2006/main">
            <a:off x="6048375" y="2743200"/>
            <a:ext cx="5476875" cy="2562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F5F1E8"/>
                </a:solidFill>
              </a:defRPr>
            </a:defPPr>
            <a:lvl1pPr>
              <a:buNone/>
              <a:defRPr sz="2325" b="0">
                <a:solidFill>
                  <a:srgbClr val="F5F1E8"/>
                </a:solidFill>
              </a:defRPr>
            </a:lvl1pPr>
            <a:lvl2pPr>
              <a:buNone/>
              <a:defRPr sz="2325" b="0">
                <a:solidFill>
                  <a:srgbClr val="F5F1E8"/>
                </a:solidFill>
              </a:defRPr>
            </a:lvl2pPr>
            <a:lvl3pPr>
              <a:buNone/>
              <a:defRPr sz="2325" b="0">
                <a:solidFill>
                  <a:srgbClr val="F5F1E8"/>
                </a:solidFill>
              </a:defRPr>
            </a:lvl3pPr>
            <a:lvl4pPr>
              <a:buNone/>
              <a:defRPr sz="2325" b="0">
                <a:solidFill>
                  <a:srgbClr val="F5F1E8"/>
                </a:solidFill>
              </a:defRPr>
            </a:lvl4pPr>
            <a:lvl5pPr>
              <a:buNone/>
              <a:defRPr sz="2325" b="0">
                <a:solidFill>
                  <a:srgbClr val="F5F1E8"/>
                </a:solidFill>
              </a:defRPr>
            </a:lvl5pPr>
            <a:lvl6pPr>
              <a:buNone/>
              <a:defRPr sz="2325" b="0">
                <a:solidFill>
                  <a:srgbClr val="F5F1E8"/>
                </a:solidFill>
              </a:defRPr>
            </a:lvl6pPr>
            <a:lvl7pPr>
              <a:buNone/>
              <a:defRPr sz="2325" b="0">
                <a:solidFill>
                  <a:srgbClr val="F5F1E8"/>
                </a:solidFill>
              </a:defRPr>
            </a:lvl7pPr>
            <a:lvl8pPr>
              <a:buNone/>
              <a:defRPr sz="2325" b="0">
                <a:solidFill>
                  <a:srgbClr val="F5F1E8"/>
                </a:solidFill>
              </a:defRPr>
            </a:lvl8pPr>
            <a:lvl9pPr>
              <a:buNone/>
              <a:defRPr sz="2325" b="0">
                <a:solidFill>
                  <a:srgbClr val="F5F1E8"/>
                </a:solidFill>
              </a:defRPr>
            </a:lvl9pPr>
          </a:lstStyle>
          <a:p xmlns:a="http://schemas.openxmlformats.org/drawingml/2006/main">
            <a:pPr>
              <a:buNone/>
              <a:defRPr sz="2325" b="0">
                <a:solidFill>
                  <a:srgbClr val="F5F1E8"/>
                </a:solidFill>
              </a:defRPr>
            </a:pPr>
            <a:r>
              <a:rPr sz="2325" b="0">
                <a:solidFill>
                  <a:srgbClr val="F5F1E8"/>
                </a:solidFill>
              </a:rPr>
              <a:t>Schema and permission validation</a:t>
            </a:r>
          </a:p>
          <a:p xmlns:a="http://schemas.openxmlformats.org/drawingml/2006/main">
            <a:pPr>
              <a:buNone/>
              <a:defRPr sz="2325" b="0">
                <a:solidFill>
                  <a:srgbClr val="F5F1E8"/>
                </a:solidFill>
              </a:defRPr>
            </a:pPr>
            <a:r>
              <a:rPr sz="2325" b="0">
                <a:solidFill>
                  <a:srgbClr val="F5F1E8"/>
                </a:solidFill>
              </a:rPr>
              <a:t>Source and approved-code hashes</a:t>
            </a:r>
          </a:p>
          <a:p xmlns:a="http://schemas.openxmlformats.org/drawingml/2006/main">
            <a:pPr>
              <a:buNone/>
              <a:defRPr sz="2325" b="0">
                <a:solidFill>
                  <a:srgbClr val="F5F1E8"/>
                </a:solidFill>
              </a:defRPr>
            </a:pPr>
            <a:r>
              <a:rPr sz="2325" b="0">
                <a:solidFill>
                  <a:srgbClr val="F5F1E8"/>
                </a:solidFill>
              </a:rPr>
              <a:t>State continuation and memory</a:t>
            </a:r>
          </a:p>
          <a:p xmlns:a="http://schemas.openxmlformats.org/drawingml/2006/main">
            <a:pPr>
              <a:buNone/>
              <a:defRPr sz="2325" b="0">
                <a:solidFill>
                  <a:srgbClr val="F5F1E8"/>
                </a:solidFill>
              </a:defRPr>
            </a:pPr>
            <a:r>
              <a:rPr sz="2325" b="0">
                <a:solidFill>
                  <a:srgbClr val="F5F1E8"/>
                </a:solidFill>
              </a:rPr>
              <a:t>Bounded project context</a:t>
            </a:r>
          </a:p>
        </p:txBody>
      </p:sp>
    </p:spTree>
    <p:extLst>
      <p:ext uri="{BB962C8B-B14F-4D97-AF65-F5344CB8AC3E}">
        <p14:creationId xmlns:p14="http://schemas.microsoft.com/office/powerpoint/2010/main" val="1470651405"/>
      </p:ext>
    </p:extLst>
  </p:cSld>
</p:sld>
</file>

<file path=ppt/slides/slide1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E4BD51F-67C5-4E23-800D-71EF9311F53F}"/>
              </a:ext>
            </a:extLst>
          </p:cNvPr>
          <p:cNvSpPr>
            <a:spLocks xmlns:a="http://schemas.openxmlformats.org/drawingml/2006/main" noGrp="1"/>
          </p:cNvSpPr>
          <p:nvPr/>
        </p:nvSpPr>
        <p:spPr>
          <a:xfrm xmlns:a="http://schemas.openxmlformats.org/drawingml/2006/main">
            <a:off x="723900" y="438150"/>
            <a:ext cx="1074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496170"/>
                </a:solidFill>
              </a:defRPr>
            </a:defPPr>
            <a:lvl1pPr>
              <a:buNone/>
              <a:defRPr sz="1350" b="1">
                <a:solidFill>
                  <a:srgbClr val="496170"/>
                </a:solidFill>
              </a:defRPr>
            </a:lvl1pPr>
            <a:lvl2pPr>
              <a:buNone/>
              <a:defRPr sz="1350" b="1">
                <a:solidFill>
                  <a:srgbClr val="496170"/>
                </a:solidFill>
              </a:defRPr>
            </a:lvl2pPr>
            <a:lvl3pPr>
              <a:buNone/>
              <a:defRPr sz="1350" b="1">
                <a:solidFill>
                  <a:srgbClr val="496170"/>
                </a:solidFill>
              </a:defRPr>
            </a:lvl3pPr>
            <a:lvl4pPr>
              <a:buNone/>
              <a:defRPr sz="1350" b="1">
                <a:solidFill>
                  <a:srgbClr val="496170"/>
                </a:solidFill>
              </a:defRPr>
            </a:lvl4pPr>
            <a:lvl5pPr>
              <a:buNone/>
              <a:defRPr sz="1350" b="1">
                <a:solidFill>
                  <a:srgbClr val="496170"/>
                </a:solidFill>
              </a:defRPr>
            </a:lvl5pPr>
            <a:lvl6pPr>
              <a:buNone/>
              <a:defRPr sz="1350" b="1">
                <a:solidFill>
                  <a:srgbClr val="496170"/>
                </a:solidFill>
              </a:defRPr>
            </a:lvl6pPr>
            <a:lvl7pPr>
              <a:buNone/>
              <a:defRPr sz="1350" b="1">
                <a:solidFill>
                  <a:srgbClr val="496170"/>
                </a:solidFill>
              </a:defRPr>
            </a:lvl7pPr>
            <a:lvl8pPr>
              <a:buNone/>
              <a:defRPr sz="1350" b="1">
                <a:solidFill>
                  <a:srgbClr val="496170"/>
                </a:solidFill>
              </a:defRPr>
            </a:lvl8pPr>
            <a:lvl9pPr>
              <a:buNone/>
              <a:defRPr sz="1350" b="1">
                <a:solidFill>
                  <a:srgbClr val="496170"/>
                </a:solidFill>
              </a:defRPr>
            </a:lvl9pPr>
          </a:lstStyle>
          <a:p xmlns:a="http://schemas.openxmlformats.org/drawingml/2006/main">
            <a:pPr>
              <a:buNone/>
              <a:defRPr sz="1350" b="1">
                <a:solidFill>
                  <a:srgbClr val="496170"/>
                </a:solidFill>
              </a:defRPr>
            </a:pPr>
            <a:r>
              <a:rPr sz="1350" b="1">
                <a:solidFill>
                  <a:srgbClr val="496170"/>
                </a:solidFill>
              </a:rPr>
              <a:t>SYSTEM CHECKS</a:t>
            </a:r>
          </a:p>
        </p:txBody>
      </p:sp>
      <p:sp>
        <p:nvSpPr>
          <p:cNvPr id="2" name="">
            <a:extLst xmlns:a="http://schemas.openxmlformats.org/drawingml/2006/main">
              <a:ext uri="{FF2B5EF4-FFF2-40B4-BE49-F238E27FC236}">
                <a16:creationId xmlns:a16="http://schemas.microsoft.com/office/drawing/2014/main" id="{1919CDDE-2C3B-4143-82B3-225E7D6DD718}"/>
              </a:ext>
            </a:extLst>
          </p:cNvPr>
          <p:cNvSpPr>
            <a:spLocks xmlns:a="http://schemas.openxmlformats.org/drawingml/2006/main" noGrp="1"/>
          </p:cNvSpPr>
          <p:nvPr/>
        </p:nvSpPr>
        <p:spPr>
          <a:xfrm xmlns:a="http://schemas.openxmlformats.org/drawingml/2006/main">
            <a:off x="723900" y="99060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53143"/>
                </a:solidFill>
              </a:defRPr>
            </a:defPPr>
            <a:lvl1pPr>
              <a:buNone/>
              <a:defRPr sz="4050" b="1">
                <a:solidFill>
                  <a:srgbClr val="153143"/>
                </a:solidFill>
              </a:defRPr>
            </a:lvl1pPr>
            <a:lvl2pPr>
              <a:buNone/>
              <a:defRPr sz="4050" b="1">
                <a:solidFill>
                  <a:srgbClr val="153143"/>
                </a:solidFill>
              </a:defRPr>
            </a:lvl2pPr>
            <a:lvl3pPr>
              <a:buNone/>
              <a:defRPr sz="4050" b="1">
                <a:solidFill>
                  <a:srgbClr val="153143"/>
                </a:solidFill>
              </a:defRPr>
            </a:lvl3pPr>
            <a:lvl4pPr>
              <a:buNone/>
              <a:defRPr sz="4050" b="1">
                <a:solidFill>
                  <a:srgbClr val="153143"/>
                </a:solidFill>
              </a:defRPr>
            </a:lvl4pPr>
            <a:lvl5pPr>
              <a:buNone/>
              <a:defRPr sz="4050" b="1">
                <a:solidFill>
                  <a:srgbClr val="153143"/>
                </a:solidFill>
              </a:defRPr>
            </a:lvl5pPr>
            <a:lvl6pPr>
              <a:buNone/>
              <a:defRPr sz="4050" b="1">
                <a:solidFill>
                  <a:srgbClr val="153143"/>
                </a:solidFill>
              </a:defRPr>
            </a:lvl6pPr>
            <a:lvl7pPr>
              <a:buNone/>
              <a:defRPr sz="4050" b="1">
                <a:solidFill>
                  <a:srgbClr val="153143"/>
                </a:solidFill>
              </a:defRPr>
            </a:lvl7pPr>
            <a:lvl8pPr>
              <a:buNone/>
              <a:defRPr sz="4050" b="1">
                <a:solidFill>
                  <a:srgbClr val="153143"/>
                </a:solidFill>
              </a:defRPr>
            </a:lvl8pPr>
            <a:lvl9pPr>
              <a:buNone/>
              <a:defRPr sz="4050" b="1">
                <a:solidFill>
                  <a:srgbClr val="153143"/>
                </a:solidFill>
              </a:defRPr>
            </a:lvl9pPr>
          </a:lstStyle>
          <a:p xmlns:a="http://schemas.openxmlformats.org/drawingml/2006/main">
            <a:pPr>
              <a:buNone/>
              <a:defRPr sz="4050" b="1">
                <a:solidFill>
                  <a:srgbClr val="153143"/>
                </a:solidFill>
              </a:defRPr>
            </a:pPr>
            <a:r>
              <a:rPr sz="4050" b="1">
                <a:solidFill>
                  <a:srgbClr val="153143"/>
                </a:solidFill>
              </a:rPr>
              <a:t>31 full passes across 36 scenarios.</a:t>
            </a:r>
          </a:p>
        </p:txBody>
      </p:sp>
      <p:sp>
        <p:nvSpPr>
          <p:cNvPr id="3" name="">
            <a:extLst xmlns:a="http://schemas.openxmlformats.org/drawingml/2006/main">
              <a:ext uri="{FF2B5EF4-FFF2-40B4-BE49-F238E27FC236}">
                <a16:creationId xmlns:a16="http://schemas.microsoft.com/office/drawing/2014/main" id="{44088CF6-1032-421D-A336-207A9797593D}"/>
              </a:ext>
            </a:extLst>
          </p:cNvPr>
          <p:cNvSpPr>
            <a:spLocks xmlns:a="http://schemas.openxmlformats.org/drawingml/2006/main" noGrp="1"/>
          </p:cNvSpPr>
          <p:nvPr/>
        </p:nvSpPr>
        <p:spPr>
          <a:xfrm xmlns:a="http://schemas.openxmlformats.org/drawingml/2006/main">
            <a:off x="742950" y="2676525"/>
            <a:ext cx="3810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650" b="1">
                <a:solidFill>
                  <a:srgbClr val="207958"/>
                </a:solidFill>
              </a:defRPr>
            </a:defPPr>
            <a:lvl1pPr>
              <a:buNone/>
              <a:defRPr sz="10650" b="1">
                <a:solidFill>
                  <a:srgbClr val="207958"/>
                </a:solidFill>
              </a:defRPr>
            </a:lvl1pPr>
            <a:lvl2pPr>
              <a:buNone/>
              <a:defRPr sz="10650" b="1">
                <a:solidFill>
                  <a:srgbClr val="207958"/>
                </a:solidFill>
              </a:defRPr>
            </a:lvl2pPr>
            <a:lvl3pPr>
              <a:buNone/>
              <a:defRPr sz="10650" b="1">
                <a:solidFill>
                  <a:srgbClr val="207958"/>
                </a:solidFill>
              </a:defRPr>
            </a:lvl3pPr>
            <a:lvl4pPr>
              <a:buNone/>
              <a:defRPr sz="10650" b="1">
                <a:solidFill>
                  <a:srgbClr val="207958"/>
                </a:solidFill>
              </a:defRPr>
            </a:lvl4pPr>
            <a:lvl5pPr>
              <a:buNone/>
              <a:defRPr sz="10650" b="1">
                <a:solidFill>
                  <a:srgbClr val="207958"/>
                </a:solidFill>
              </a:defRPr>
            </a:lvl5pPr>
            <a:lvl6pPr>
              <a:buNone/>
              <a:defRPr sz="10650" b="1">
                <a:solidFill>
                  <a:srgbClr val="207958"/>
                </a:solidFill>
              </a:defRPr>
            </a:lvl6pPr>
            <a:lvl7pPr>
              <a:buNone/>
              <a:defRPr sz="10650" b="1">
                <a:solidFill>
                  <a:srgbClr val="207958"/>
                </a:solidFill>
              </a:defRPr>
            </a:lvl7pPr>
            <a:lvl8pPr>
              <a:buNone/>
              <a:defRPr sz="10650" b="1">
                <a:solidFill>
                  <a:srgbClr val="207958"/>
                </a:solidFill>
              </a:defRPr>
            </a:lvl8pPr>
            <a:lvl9pPr>
              <a:buNone/>
              <a:defRPr sz="10650" b="1">
                <a:solidFill>
                  <a:srgbClr val="207958"/>
                </a:solidFill>
              </a:defRPr>
            </a:lvl9pPr>
          </a:lstStyle>
          <a:p xmlns:a="http://schemas.openxmlformats.org/drawingml/2006/main">
            <a:pPr>
              <a:buNone/>
              <a:defRPr sz="10650" b="1">
                <a:solidFill>
                  <a:srgbClr val="207958"/>
                </a:solidFill>
              </a:defRPr>
            </a:pPr>
            <a:r>
              <a:rPr sz="10650" b="1">
                <a:solidFill>
                  <a:srgbClr val="207958"/>
                </a:solidFill>
              </a:rPr>
              <a:t>36</a:t>
            </a:r>
          </a:p>
        </p:txBody>
      </p:sp>
      <p:sp>
        <p:nvSpPr>
          <p:cNvPr id="4" name="">
            <a:extLst xmlns:a="http://schemas.openxmlformats.org/drawingml/2006/main">
              <a:ext uri="{FF2B5EF4-FFF2-40B4-BE49-F238E27FC236}">
                <a16:creationId xmlns:a16="http://schemas.microsoft.com/office/drawing/2014/main" id="{E546A5E2-99F2-4AA6-A60D-EDB36E7942F7}"/>
              </a:ext>
            </a:extLst>
          </p:cNvPr>
          <p:cNvSpPr>
            <a:spLocks xmlns:a="http://schemas.openxmlformats.org/drawingml/2006/main" noGrp="1"/>
          </p:cNvSpPr>
          <p:nvPr/>
        </p:nvSpPr>
        <p:spPr>
          <a:xfrm xmlns:a="http://schemas.openxmlformats.org/drawingml/2006/main">
            <a:off x="800100" y="4457700"/>
            <a:ext cx="4857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53143"/>
                </a:solidFill>
              </a:defRPr>
            </a:defPPr>
            <a:lvl1pPr>
              <a:buNone/>
              <a:defRPr sz="2625" b="1">
                <a:solidFill>
                  <a:srgbClr val="153143"/>
                </a:solidFill>
              </a:defRPr>
            </a:lvl1pPr>
            <a:lvl2pPr>
              <a:buNone/>
              <a:defRPr sz="2625" b="1">
                <a:solidFill>
                  <a:srgbClr val="153143"/>
                </a:solidFill>
              </a:defRPr>
            </a:lvl2pPr>
            <a:lvl3pPr>
              <a:buNone/>
              <a:defRPr sz="2625" b="1">
                <a:solidFill>
                  <a:srgbClr val="153143"/>
                </a:solidFill>
              </a:defRPr>
            </a:lvl3pPr>
            <a:lvl4pPr>
              <a:buNone/>
              <a:defRPr sz="2625" b="1">
                <a:solidFill>
                  <a:srgbClr val="153143"/>
                </a:solidFill>
              </a:defRPr>
            </a:lvl4pPr>
            <a:lvl5pPr>
              <a:buNone/>
              <a:defRPr sz="2625" b="1">
                <a:solidFill>
                  <a:srgbClr val="153143"/>
                </a:solidFill>
              </a:defRPr>
            </a:lvl5pPr>
            <a:lvl6pPr>
              <a:buNone/>
              <a:defRPr sz="2625" b="1">
                <a:solidFill>
                  <a:srgbClr val="153143"/>
                </a:solidFill>
              </a:defRPr>
            </a:lvl6pPr>
            <a:lvl7pPr>
              <a:buNone/>
              <a:defRPr sz="2625" b="1">
                <a:solidFill>
                  <a:srgbClr val="153143"/>
                </a:solidFill>
              </a:defRPr>
            </a:lvl7pPr>
            <a:lvl8pPr>
              <a:buNone/>
              <a:defRPr sz="2625" b="1">
                <a:solidFill>
                  <a:srgbClr val="153143"/>
                </a:solidFill>
              </a:defRPr>
            </a:lvl8pPr>
            <a:lvl9pPr>
              <a:buNone/>
              <a:defRPr sz="2625" b="1">
                <a:solidFill>
                  <a:srgbClr val="153143"/>
                </a:solidFill>
              </a:defRPr>
            </a:lvl9pPr>
          </a:lstStyle>
          <a:p xmlns:a="http://schemas.openxmlformats.org/drawingml/2006/main">
            <a:pPr>
              <a:buNone/>
              <a:defRPr sz="2625" b="1">
                <a:solidFill>
                  <a:srgbClr val="153143"/>
                </a:solidFill>
              </a:defRPr>
            </a:pPr>
            <a:r>
              <a:rPr sz="2625" b="1">
                <a:solidFill>
                  <a:srgbClr val="153143"/>
                </a:solidFill>
              </a:rPr>
              <a:t>scenarios completed</a:t>
            </a:r>
          </a:p>
        </p:txBody>
      </p:sp>
      <p:sp>
        <p:nvSpPr>
          <p:cNvPr id="5" name="">
            <a:extLst xmlns:a="http://schemas.openxmlformats.org/drawingml/2006/main">
              <a:ext uri="{FF2B5EF4-FFF2-40B4-BE49-F238E27FC236}">
                <a16:creationId xmlns:a16="http://schemas.microsoft.com/office/drawing/2014/main" id="{54B32AED-6F11-4C12-8179-28FCB47BA93E}"/>
              </a:ext>
            </a:extLst>
          </p:cNvPr>
          <p:cNvSpPr>
            <a:spLocks xmlns:a="http://schemas.openxmlformats.org/drawingml/2006/main" noGrp="1"/>
          </p:cNvSpPr>
          <p:nvPr/>
        </p:nvSpPr>
        <p:spPr>
          <a:xfrm xmlns:a="http://schemas.openxmlformats.org/drawingml/2006/main">
            <a:off x="6257925" y="2466975"/>
            <a:ext cx="5191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53143"/>
                </a:solidFill>
              </a:defRPr>
            </a:defPPr>
            <a:lvl1pPr>
              <a:buNone/>
              <a:defRPr sz="2250" b="1">
                <a:solidFill>
                  <a:srgbClr val="153143"/>
                </a:solidFill>
              </a:defRPr>
            </a:lvl1pPr>
            <a:lvl2pPr>
              <a:buNone/>
              <a:defRPr sz="2250" b="1">
                <a:solidFill>
                  <a:srgbClr val="153143"/>
                </a:solidFill>
              </a:defRPr>
            </a:lvl2pPr>
            <a:lvl3pPr>
              <a:buNone/>
              <a:defRPr sz="2250" b="1">
                <a:solidFill>
                  <a:srgbClr val="153143"/>
                </a:solidFill>
              </a:defRPr>
            </a:lvl3pPr>
            <a:lvl4pPr>
              <a:buNone/>
              <a:defRPr sz="2250" b="1">
                <a:solidFill>
                  <a:srgbClr val="153143"/>
                </a:solidFill>
              </a:defRPr>
            </a:lvl4pPr>
            <a:lvl5pPr>
              <a:buNone/>
              <a:defRPr sz="2250" b="1">
                <a:solidFill>
                  <a:srgbClr val="153143"/>
                </a:solidFill>
              </a:defRPr>
            </a:lvl5pPr>
            <a:lvl6pPr>
              <a:buNone/>
              <a:defRPr sz="2250" b="1">
                <a:solidFill>
                  <a:srgbClr val="153143"/>
                </a:solidFill>
              </a:defRPr>
            </a:lvl6pPr>
            <a:lvl7pPr>
              <a:buNone/>
              <a:defRPr sz="2250" b="1">
                <a:solidFill>
                  <a:srgbClr val="153143"/>
                </a:solidFill>
              </a:defRPr>
            </a:lvl7pPr>
            <a:lvl8pPr>
              <a:buNone/>
              <a:defRPr sz="2250" b="1">
                <a:solidFill>
                  <a:srgbClr val="153143"/>
                </a:solidFill>
              </a:defRPr>
            </a:lvl8pPr>
            <a:lvl9pPr>
              <a:buNone/>
              <a:defRPr sz="2250" b="1">
                <a:solidFill>
                  <a:srgbClr val="153143"/>
                </a:solidFill>
              </a:defRPr>
            </a:lvl9pPr>
          </a:lstStyle>
          <a:p xmlns:a="http://schemas.openxmlformats.org/drawingml/2006/main">
            <a:pPr>
              <a:buNone/>
              <a:defRPr sz="2250" b="1">
                <a:solidFill>
                  <a:srgbClr val="153143"/>
                </a:solidFill>
              </a:defRPr>
            </a:pPr>
            <a:r>
              <a:rPr sz="2250" b="1">
                <a:solidFill>
                  <a:srgbClr val="153143"/>
                </a:solidFill>
              </a:rPr>
              <a:t>5/6  Normal use</a:t>
            </a:r>
          </a:p>
        </p:txBody>
      </p:sp>
      <p:sp>
        <p:nvSpPr>
          <p:cNvPr id="6" name="">
            <a:extLst xmlns:a="http://schemas.openxmlformats.org/drawingml/2006/main">
              <a:ext uri="{FF2B5EF4-FFF2-40B4-BE49-F238E27FC236}">
                <a16:creationId xmlns:a16="http://schemas.microsoft.com/office/drawing/2014/main" id="{FD349827-4B00-4D35-BA0A-96CB17C4CFAB}"/>
              </a:ext>
            </a:extLst>
          </p:cNvPr>
          <p:cNvSpPr>
            <a:spLocks xmlns:a="http://schemas.openxmlformats.org/drawingml/2006/main" noGrp="1"/>
          </p:cNvSpPr>
          <p:nvPr/>
        </p:nvSpPr>
        <p:spPr>
          <a:xfrm xmlns:a="http://schemas.openxmlformats.org/drawingml/2006/main">
            <a:off x="6257925" y="3028950"/>
            <a:ext cx="5191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53143"/>
                </a:solidFill>
              </a:defRPr>
            </a:defPPr>
            <a:lvl1pPr>
              <a:buNone/>
              <a:defRPr sz="2250" b="0">
                <a:solidFill>
                  <a:srgbClr val="153143"/>
                </a:solidFill>
              </a:defRPr>
            </a:lvl1pPr>
            <a:lvl2pPr>
              <a:buNone/>
              <a:defRPr sz="2250" b="0">
                <a:solidFill>
                  <a:srgbClr val="153143"/>
                </a:solidFill>
              </a:defRPr>
            </a:lvl2pPr>
            <a:lvl3pPr>
              <a:buNone/>
              <a:defRPr sz="2250" b="0">
                <a:solidFill>
                  <a:srgbClr val="153143"/>
                </a:solidFill>
              </a:defRPr>
            </a:lvl3pPr>
            <a:lvl4pPr>
              <a:buNone/>
              <a:defRPr sz="2250" b="0">
                <a:solidFill>
                  <a:srgbClr val="153143"/>
                </a:solidFill>
              </a:defRPr>
            </a:lvl4pPr>
            <a:lvl5pPr>
              <a:buNone/>
              <a:defRPr sz="2250" b="0">
                <a:solidFill>
                  <a:srgbClr val="153143"/>
                </a:solidFill>
              </a:defRPr>
            </a:lvl5pPr>
            <a:lvl6pPr>
              <a:buNone/>
              <a:defRPr sz="2250" b="0">
                <a:solidFill>
                  <a:srgbClr val="153143"/>
                </a:solidFill>
              </a:defRPr>
            </a:lvl6pPr>
            <a:lvl7pPr>
              <a:buNone/>
              <a:defRPr sz="2250" b="0">
                <a:solidFill>
                  <a:srgbClr val="153143"/>
                </a:solidFill>
              </a:defRPr>
            </a:lvl7pPr>
            <a:lvl8pPr>
              <a:buNone/>
              <a:defRPr sz="2250" b="0">
                <a:solidFill>
                  <a:srgbClr val="153143"/>
                </a:solidFill>
              </a:defRPr>
            </a:lvl8pPr>
            <a:lvl9pPr>
              <a:buNone/>
              <a:defRPr sz="2250" b="0">
                <a:solidFill>
                  <a:srgbClr val="153143"/>
                </a:solidFill>
              </a:defRPr>
            </a:lvl9pPr>
          </a:lstStyle>
          <a:p xmlns:a="http://schemas.openxmlformats.org/drawingml/2006/main">
            <a:pPr>
              <a:buNone/>
              <a:defRPr sz="2250" b="0">
                <a:solidFill>
                  <a:srgbClr val="153143"/>
                </a:solidFill>
              </a:defRPr>
            </a:pPr>
            <a:r>
              <a:rPr sz="2250" b="0">
                <a:solidFill>
                  <a:srgbClr val="153143"/>
                </a:solidFill>
              </a:rPr>
              <a:t>5/6  Edge conditions</a:t>
            </a:r>
          </a:p>
        </p:txBody>
      </p:sp>
      <p:sp>
        <p:nvSpPr>
          <p:cNvPr id="7" name="">
            <a:extLst xmlns:a="http://schemas.openxmlformats.org/drawingml/2006/main">
              <a:ext uri="{FF2B5EF4-FFF2-40B4-BE49-F238E27FC236}">
                <a16:creationId xmlns:a16="http://schemas.microsoft.com/office/drawing/2014/main" id="{2B291095-A4EA-430E-B18C-2DA22E25C581}"/>
              </a:ext>
            </a:extLst>
          </p:cNvPr>
          <p:cNvSpPr>
            <a:spLocks xmlns:a="http://schemas.openxmlformats.org/drawingml/2006/main" noGrp="1"/>
          </p:cNvSpPr>
          <p:nvPr/>
        </p:nvSpPr>
        <p:spPr>
          <a:xfrm xmlns:a="http://schemas.openxmlformats.org/drawingml/2006/main">
            <a:off x="6257925" y="3590925"/>
            <a:ext cx="5191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53143"/>
                </a:solidFill>
              </a:defRPr>
            </a:defPPr>
            <a:lvl1pPr>
              <a:buNone/>
              <a:defRPr sz="2250" b="0">
                <a:solidFill>
                  <a:srgbClr val="153143"/>
                </a:solidFill>
              </a:defRPr>
            </a:lvl1pPr>
            <a:lvl2pPr>
              <a:buNone/>
              <a:defRPr sz="2250" b="0">
                <a:solidFill>
                  <a:srgbClr val="153143"/>
                </a:solidFill>
              </a:defRPr>
            </a:lvl2pPr>
            <a:lvl3pPr>
              <a:buNone/>
              <a:defRPr sz="2250" b="0">
                <a:solidFill>
                  <a:srgbClr val="153143"/>
                </a:solidFill>
              </a:defRPr>
            </a:lvl3pPr>
            <a:lvl4pPr>
              <a:buNone/>
              <a:defRPr sz="2250" b="0">
                <a:solidFill>
                  <a:srgbClr val="153143"/>
                </a:solidFill>
              </a:defRPr>
            </a:lvl4pPr>
            <a:lvl5pPr>
              <a:buNone/>
              <a:defRPr sz="2250" b="0">
                <a:solidFill>
                  <a:srgbClr val="153143"/>
                </a:solidFill>
              </a:defRPr>
            </a:lvl5pPr>
            <a:lvl6pPr>
              <a:buNone/>
              <a:defRPr sz="2250" b="0">
                <a:solidFill>
                  <a:srgbClr val="153143"/>
                </a:solidFill>
              </a:defRPr>
            </a:lvl6pPr>
            <a:lvl7pPr>
              <a:buNone/>
              <a:defRPr sz="2250" b="0">
                <a:solidFill>
                  <a:srgbClr val="153143"/>
                </a:solidFill>
              </a:defRPr>
            </a:lvl7pPr>
            <a:lvl8pPr>
              <a:buNone/>
              <a:defRPr sz="2250" b="0">
                <a:solidFill>
                  <a:srgbClr val="153143"/>
                </a:solidFill>
              </a:defRPr>
            </a:lvl8pPr>
            <a:lvl9pPr>
              <a:buNone/>
              <a:defRPr sz="2250" b="0">
                <a:solidFill>
                  <a:srgbClr val="153143"/>
                </a:solidFill>
              </a:defRPr>
            </a:lvl9pPr>
          </a:lstStyle>
          <a:p xmlns:a="http://schemas.openxmlformats.org/drawingml/2006/main">
            <a:pPr>
              <a:buNone/>
              <a:defRPr sz="2250" b="0">
                <a:solidFill>
                  <a:srgbClr val="153143"/>
                </a:solidFill>
              </a:defRPr>
            </a:pPr>
            <a:r>
              <a:rPr sz="2250" b="0">
                <a:solidFill>
                  <a:srgbClr val="153143"/>
                </a:solidFill>
              </a:rPr>
              <a:t>4/6  Incorrect information</a:t>
            </a:r>
          </a:p>
        </p:txBody>
      </p:sp>
      <p:sp>
        <p:nvSpPr>
          <p:cNvPr id="8" name="">
            <a:extLst xmlns:a="http://schemas.openxmlformats.org/drawingml/2006/main">
              <a:ext uri="{FF2B5EF4-FFF2-40B4-BE49-F238E27FC236}">
                <a16:creationId xmlns:a16="http://schemas.microsoft.com/office/drawing/2014/main" id="{A40A9183-0800-4EBE-9855-AB4E34305457}"/>
              </a:ext>
            </a:extLst>
          </p:cNvPr>
          <p:cNvSpPr>
            <a:spLocks xmlns:a="http://schemas.openxmlformats.org/drawingml/2006/main" noGrp="1"/>
          </p:cNvSpPr>
          <p:nvPr/>
        </p:nvSpPr>
        <p:spPr>
          <a:xfrm xmlns:a="http://schemas.openxmlformats.org/drawingml/2006/main">
            <a:off x="6257925" y="4152900"/>
            <a:ext cx="5191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53143"/>
                </a:solidFill>
              </a:defRPr>
            </a:defPPr>
            <a:lvl1pPr>
              <a:buNone/>
              <a:defRPr sz="2250" b="0">
                <a:solidFill>
                  <a:srgbClr val="153143"/>
                </a:solidFill>
              </a:defRPr>
            </a:lvl1pPr>
            <a:lvl2pPr>
              <a:buNone/>
              <a:defRPr sz="2250" b="0">
                <a:solidFill>
                  <a:srgbClr val="153143"/>
                </a:solidFill>
              </a:defRPr>
            </a:lvl2pPr>
            <a:lvl3pPr>
              <a:buNone/>
              <a:defRPr sz="2250" b="0">
                <a:solidFill>
                  <a:srgbClr val="153143"/>
                </a:solidFill>
              </a:defRPr>
            </a:lvl3pPr>
            <a:lvl4pPr>
              <a:buNone/>
              <a:defRPr sz="2250" b="0">
                <a:solidFill>
                  <a:srgbClr val="153143"/>
                </a:solidFill>
              </a:defRPr>
            </a:lvl4pPr>
            <a:lvl5pPr>
              <a:buNone/>
              <a:defRPr sz="2250" b="0">
                <a:solidFill>
                  <a:srgbClr val="153143"/>
                </a:solidFill>
              </a:defRPr>
            </a:lvl5pPr>
            <a:lvl6pPr>
              <a:buNone/>
              <a:defRPr sz="2250" b="0">
                <a:solidFill>
                  <a:srgbClr val="153143"/>
                </a:solidFill>
              </a:defRPr>
            </a:lvl6pPr>
            <a:lvl7pPr>
              <a:buNone/>
              <a:defRPr sz="2250" b="0">
                <a:solidFill>
                  <a:srgbClr val="153143"/>
                </a:solidFill>
              </a:defRPr>
            </a:lvl7pPr>
            <a:lvl8pPr>
              <a:buNone/>
              <a:defRPr sz="2250" b="0">
                <a:solidFill>
                  <a:srgbClr val="153143"/>
                </a:solidFill>
              </a:defRPr>
            </a:lvl8pPr>
            <a:lvl9pPr>
              <a:buNone/>
              <a:defRPr sz="2250" b="0">
                <a:solidFill>
                  <a:srgbClr val="153143"/>
                </a:solidFill>
              </a:defRPr>
            </a:lvl9pPr>
          </a:lstStyle>
          <a:p xmlns:a="http://schemas.openxmlformats.org/drawingml/2006/main">
            <a:pPr>
              <a:buNone/>
              <a:defRPr sz="2250" b="0">
                <a:solidFill>
                  <a:srgbClr val="153143"/>
                </a:solidFill>
              </a:defRPr>
            </a:pPr>
            <a:r>
              <a:rPr sz="2250" b="0">
                <a:solidFill>
                  <a:srgbClr val="153143"/>
                </a:solidFill>
              </a:rPr>
              <a:t>6/6  Adversarial input</a:t>
            </a:r>
          </a:p>
        </p:txBody>
      </p:sp>
      <p:sp>
        <p:nvSpPr>
          <p:cNvPr id="9" name="">
            <a:extLst xmlns:a="http://schemas.openxmlformats.org/drawingml/2006/main">
              <a:ext uri="{FF2B5EF4-FFF2-40B4-BE49-F238E27FC236}">
                <a16:creationId xmlns:a16="http://schemas.microsoft.com/office/drawing/2014/main" id="{B47B38A7-8D2E-48B9-AD6F-E7F185C6F55C}"/>
              </a:ext>
            </a:extLst>
          </p:cNvPr>
          <p:cNvSpPr>
            <a:spLocks xmlns:a="http://schemas.openxmlformats.org/drawingml/2006/main" noGrp="1"/>
          </p:cNvSpPr>
          <p:nvPr/>
        </p:nvSpPr>
        <p:spPr>
          <a:xfrm xmlns:a="http://schemas.openxmlformats.org/drawingml/2006/main">
            <a:off x="6257925" y="4714875"/>
            <a:ext cx="5191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53143"/>
                </a:solidFill>
              </a:defRPr>
            </a:defPPr>
            <a:lvl1pPr>
              <a:buNone/>
              <a:defRPr sz="2250" b="0">
                <a:solidFill>
                  <a:srgbClr val="153143"/>
                </a:solidFill>
              </a:defRPr>
            </a:lvl1pPr>
            <a:lvl2pPr>
              <a:buNone/>
              <a:defRPr sz="2250" b="0">
                <a:solidFill>
                  <a:srgbClr val="153143"/>
                </a:solidFill>
              </a:defRPr>
            </a:lvl2pPr>
            <a:lvl3pPr>
              <a:buNone/>
              <a:defRPr sz="2250" b="0">
                <a:solidFill>
                  <a:srgbClr val="153143"/>
                </a:solidFill>
              </a:defRPr>
            </a:lvl3pPr>
            <a:lvl4pPr>
              <a:buNone/>
              <a:defRPr sz="2250" b="0">
                <a:solidFill>
                  <a:srgbClr val="153143"/>
                </a:solidFill>
              </a:defRPr>
            </a:lvl4pPr>
            <a:lvl5pPr>
              <a:buNone/>
              <a:defRPr sz="2250" b="0">
                <a:solidFill>
                  <a:srgbClr val="153143"/>
                </a:solidFill>
              </a:defRPr>
            </a:lvl5pPr>
            <a:lvl6pPr>
              <a:buNone/>
              <a:defRPr sz="2250" b="0">
                <a:solidFill>
                  <a:srgbClr val="153143"/>
                </a:solidFill>
              </a:defRPr>
            </a:lvl6pPr>
            <a:lvl7pPr>
              <a:buNone/>
              <a:defRPr sz="2250" b="0">
                <a:solidFill>
                  <a:srgbClr val="153143"/>
                </a:solidFill>
              </a:defRPr>
            </a:lvl7pPr>
            <a:lvl8pPr>
              <a:buNone/>
              <a:defRPr sz="2250" b="0">
                <a:solidFill>
                  <a:srgbClr val="153143"/>
                </a:solidFill>
              </a:defRPr>
            </a:lvl8pPr>
            <a:lvl9pPr>
              <a:buNone/>
              <a:defRPr sz="2250" b="0">
                <a:solidFill>
                  <a:srgbClr val="153143"/>
                </a:solidFill>
              </a:defRPr>
            </a:lvl9pPr>
          </a:lstStyle>
          <a:p xmlns:a="http://schemas.openxmlformats.org/drawingml/2006/main">
            <a:pPr>
              <a:buNone/>
              <a:defRPr sz="2250" b="0">
                <a:solidFill>
                  <a:srgbClr val="153143"/>
                </a:solidFill>
              </a:defRPr>
            </a:pPr>
            <a:r>
              <a:rPr sz="2250" b="0">
                <a:solidFill>
                  <a:srgbClr val="153143"/>
                </a:solidFill>
              </a:rPr>
              <a:t>6/6  Tool failure</a:t>
            </a:r>
          </a:p>
        </p:txBody>
      </p:sp>
      <p:sp>
        <p:nvSpPr>
          <p:cNvPr id="10" name="">
            <a:extLst xmlns:a="http://schemas.openxmlformats.org/drawingml/2006/main">
              <a:ext uri="{FF2B5EF4-FFF2-40B4-BE49-F238E27FC236}">
                <a16:creationId xmlns:a16="http://schemas.microsoft.com/office/drawing/2014/main" id="{82596B2F-9601-4102-ACCF-8D8B8828038E}"/>
              </a:ext>
            </a:extLst>
          </p:cNvPr>
          <p:cNvSpPr>
            <a:spLocks xmlns:a="http://schemas.openxmlformats.org/drawingml/2006/main" noGrp="1"/>
          </p:cNvSpPr>
          <p:nvPr/>
        </p:nvSpPr>
        <p:spPr>
          <a:xfrm xmlns:a="http://schemas.openxmlformats.org/drawingml/2006/main">
            <a:off x="6257925" y="5276850"/>
            <a:ext cx="5191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53143"/>
                </a:solidFill>
              </a:defRPr>
            </a:defPPr>
            <a:lvl1pPr>
              <a:buNone/>
              <a:defRPr sz="2250" b="0">
                <a:solidFill>
                  <a:srgbClr val="153143"/>
                </a:solidFill>
              </a:defRPr>
            </a:lvl1pPr>
            <a:lvl2pPr>
              <a:buNone/>
              <a:defRPr sz="2250" b="0">
                <a:solidFill>
                  <a:srgbClr val="153143"/>
                </a:solidFill>
              </a:defRPr>
            </a:lvl2pPr>
            <a:lvl3pPr>
              <a:buNone/>
              <a:defRPr sz="2250" b="0">
                <a:solidFill>
                  <a:srgbClr val="153143"/>
                </a:solidFill>
              </a:defRPr>
            </a:lvl3pPr>
            <a:lvl4pPr>
              <a:buNone/>
              <a:defRPr sz="2250" b="0">
                <a:solidFill>
                  <a:srgbClr val="153143"/>
                </a:solidFill>
              </a:defRPr>
            </a:lvl4pPr>
            <a:lvl5pPr>
              <a:buNone/>
              <a:defRPr sz="2250" b="0">
                <a:solidFill>
                  <a:srgbClr val="153143"/>
                </a:solidFill>
              </a:defRPr>
            </a:lvl5pPr>
            <a:lvl6pPr>
              <a:buNone/>
              <a:defRPr sz="2250" b="0">
                <a:solidFill>
                  <a:srgbClr val="153143"/>
                </a:solidFill>
              </a:defRPr>
            </a:lvl6pPr>
            <a:lvl7pPr>
              <a:buNone/>
              <a:defRPr sz="2250" b="0">
                <a:solidFill>
                  <a:srgbClr val="153143"/>
                </a:solidFill>
              </a:defRPr>
            </a:lvl7pPr>
            <a:lvl8pPr>
              <a:buNone/>
              <a:defRPr sz="2250" b="0">
                <a:solidFill>
                  <a:srgbClr val="153143"/>
                </a:solidFill>
              </a:defRPr>
            </a:lvl8pPr>
            <a:lvl9pPr>
              <a:buNone/>
              <a:defRPr sz="2250" b="0">
                <a:solidFill>
                  <a:srgbClr val="153143"/>
                </a:solidFill>
              </a:defRPr>
            </a:lvl9pPr>
          </a:lstStyle>
          <a:p xmlns:a="http://schemas.openxmlformats.org/drawingml/2006/main">
            <a:pPr>
              <a:buNone/>
              <a:defRPr sz="2250" b="0">
                <a:solidFill>
                  <a:srgbClr val="153143"/>
                </a:solidFill>
              </a:defRPr>
            </a:pPr>
            <a:r>
              <a:rPr sz="2250" b="0">
                <a:solidFill>
                  <a:srgbClr val="153143"/>
                </a:solidFill>
              </a:rPr>
              <a:t>5/6  Unauthorized action</a:t>
            </a:r>
          </a:p>
        </p:txBody>
      </p:sp>
      <p:sp>
        <p:nvSpPr>
          <p:cNvPr id="11" name="">
            <a:extLst xmlns:a="http://schemas.openxmlformats.org/drawingml/2006/main">
              <a:ext uri="{FF2B5EF4-FFF2-40B4-BE49-F238E27FC236}">
                <a16:creationId xmlns:a16="http://schemas.microsoft.com/office/drawing/2014/main" id="{36DE0AD4-37C7-47CD-8364-0AEDCAC2236B}"/>
              </a:ext>
            </a:extLst>
          </p:cNvPr>
          <p:cNvSpPr>
            <a:spLocks xmlns:a="http://schemas.openxmlformats.org/drawingml/2006/main" noGrp="1"/>
          </p:cNvSpPr>
          <p:nvPr/>
        </p:nvSpPr>
        <p:spPr>
          <a:xfrm xmlns:a="http://schemas.openxmlformats.org/drawingml/2006/main">
            <a:off x="790575" y="59245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496170"/>
                </a:solidFill>
              </a:defRPr>
            </a:defPPr>
            <a:lvl1pPr>
              <a:buNone/>
              <a:defRPr sz="1875" b="0">
                <a:solidFill>
                  <a:srgbClr val="496170"/>
                </a:solidFill>
              </a:defRPr>
            </a:lvl1pPr>
            <a:lvl2pPr>
              <a:buNone/>
              <a:defRPr sz="1875" b="0">
                <a:solidFill>
                  <a:srgbClr val="496170"/>
                </a:solidFill>
              </a:defRPr>
            </a:lvl2pPr>
            <a:lvl3pPr>
              <a:buNone/>
              <a:defRPr sz="1875" b="0">
                <a:solidFill>
                  <a:srgbClr val="496170"/>
                </a:solidFill>
              </a:defRPr>
            </a:lvl3pPr>
            <a:lvl4pPr>
              <a:buNone/>
              <a:defRPr sz="1875" b="0">
                <a:solidFill>
                  <a:srgbClr val="496170"/>
                </a:solidFill>
              </a:defRPr>
            </a:lvl4pPr>
            <a:lvl5pPr>
              <a:buNone/>
              <a:defRPr sz="1875" b="0">
                <a:solidFill>
                  <a:srgbClr val="496170"/>
                </a:solidFill>
              </a:defRPr>
            </a:lvl5pPr>
            <a:lvl6pPr>
              <a:buNone/>
              <a:defRPr sz="1875" b="0">
                <a:solidFill>
                  <a:srgbClr val="496170"/>
                </a:solidFill>
              </a:defRPr>
            </a:lvl6pPr>
            <a:lvl7pPr>
              <a:buNone/>
              <a:defRPr sz="1875" b="0">
                <a:solidFill>
                  <a:srgbClr val="496170"/>
                </a:solidFill>
              </a:defRPr>
            </a:lvl7pPr>
            <a:lvl8pPr>
              <a:buNone/>
              <a:defRPr sz="1875" b="0">
                <a:solidFill>
                  <a:srgbClr val="496170"/>
                </a:solidFill>
              </a:defRPr>
            </a:lvl8pPr>
            <a:lvl9pPr>
              <a:buNone/>
              <a:defRPr sz="1875" b="0">
                <a:solidFill>
                  <a:srgbClr val="496170"/>
                </a:solidFill>
              </a:defRPr>
            </a:lvl9pPr>
          </a:lstStyle>
          <a:p xmlns:a="http://schemas.openxmlformats.org/drawingml/2006/main">
            <a:pPr>
              <a:buNone/>
              <a:defRPr sz="1875" b="0">
                <a:solidFill>
                  <a:srgbClr val="496170"/>
                </a:solidFill>
              </a:defRPr>
            </a:pPr>
            <a:r>
              <a:rPr sz="1875" b="0">
                <a:solidFill>
                  <a:srgbClr val="496170"/>
                </a:solidFill>
              </a:rPr>
              <a:t>Five partial results identify the remaining improvements.</a:t>
            </a:r>
          </a:p>
        </p:txBody>
      </p:sp>
    </p:spTree>
    <p:extLst>
      <p:ext uri="{BB962C8B-B14F-4D97-AF65-F5344CB8AC3E}">
        <p14:creationId xmlns:p14="http://schemas.microsoft.com/office/powerpoint/2010/main" val="1231967297"/>
      </p:ext>
    </p:extLst>
  </p:cSld>
</p:sld>
</file>

<file path=ppt/slides/slide14.xml><?xml version="1.0" encoding="utf-8"?>
<p:sld xmlns:p="http://schemas.openxmlformats.org/presentationml/2006/main">
  <p:cSld>
    <p:bg>
      <p:bgPr>
        <a:solidFill xmlns:a="http://schemas.openxmlformats.org/drawingml/2006/main">
          <a:srgbClr val="0A243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1859AFC-E7DA-454F-AF0B-8CEE3AED59AC}"/>
              </a:ext>
            </a:extLst>
          </p:cNvPr>
          <p:cNvSpPr>
            <a:spLocks xmlns:a="http://schemas.openxmlformats.org/drawingml/2006/main" noGrp="1"/>
          </p:cNvSpPr>
          <p:nvPr/>
        </p:nvSpPr>
        <p:spPr>
          <a:xfrm xmlns:a="http://schemas.openxmlformats.org/drawingml/2006/main">
            <a:off x="723900" y="438150"/>
            <a:ext cx="1074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A4E4BC"/>
                </a:solidFill>
              </a:defRPr>
            </a:defPPr>
            <a:lvl1pPr>
              <a:buNone/>
              <a:defRPr sz="1350" b="1">
                <a:solidFill>
                  <a:srgbClr val="A4E4BC"/>
                </a:solidFill>
              </a:defRPr>
            </a:lvl1pPr>
            <a:lvl2pPr>
              <a:buNone/>
              <a:defRPr sz="1350" b="1">
                <a:solidFill>
                  <a:srgbClr val="A4E4BC"/>
                </a:solidFill>
              </a:defRPr>
            </a:lvl2pPr>
            <a:lvl3pPr>
              <a:buNone/>
              <a:defRPr sz="1350" b="1">
                <a:solidFill>
                  <a:srgbClr val="A4E4BC"/>
                </a:solidFill>
              </a:defRPr>
            </a:lvl3pPr>
            <a:lvl4pPr>
              <a:buNone/>
              <a:defRPr sz="1350" b="1">
                <a:solidFill>
                  <a:srgbClr val="A4E4BC"/>
                </a:solidFill>
              </a:defRPr>
            </a:lvl4pPr>
            <a:lvl5pPr>
              <a:buNone/>
              <a:defRPr sz="1350" b="1">
                <a:solidFill>
                  <a:srgbClr val="A4E4BC"/>
                </a:solidFill>
              </a:defRPr>
            </a:lvl5pPr>
            <a:lvl6pPr>
              <a:buNone/>
              <a:defRPr sz="1350" b="1">
                <a:solidFill>
                  <a:srgbClr val="A4E4BC"/>
                </a:solidFill>
              </a:defRPr>
            </a:lvl6pPr>
            <a:lvl7pPr>
              <a:buNone/>
              <a:defRPr sz="1350" b="1">
                <a:solidFill>
                  <a:srgbClr val="A4E4BC"/>
                </a:solidFill>
              </a:defRPr>
            </a:lvl7pPr>
            <a:lvl8pPr>
              <a:buNone/>
              <a:defRPr sz="1350" b="1">
                <a:solidFill>
                  <a:srgbClr val="A4E4BC"/>
                </a:solidFill>
              </a:defRPr>
            </a:lvl8pPr>
            <a:lvl9pPr>
              <a:buNone/>
              <a:defRPr sz="1350" b="1">
                <a:solidFill>
                  <a:srgbClr val="A4E4BC"/>
                </a:solidFill>
              </a:defRPr>
            </a:lvl9pPr>
          </a:lstStyle>
          <a:p xmlns:a="http://schemas.openxmlformats.org/drawingml/2006/main">
            <a:pPr>
              <a:buNone/>
              <a:defRPr sz="1350" b="1">
                <a:solidFill>
                  <a:srgbClr val="A4E4BC"/>
                </a:solidFill>
              </a:defRPr>
            </a:pPr>
            <a:r>
              <a:rPr sz="1350" b="1">
                <a:solidFill>
                  <a:srgbClr val="A4E4BC"/>
                </a:solidFill>
              </a:rPr>
              <a:t>LIVE DEMONSTRATION</a:t>
            </a:r>
          </a:p>
        </p:txBody>
      </p:sp>
      <p:sp>
        <p:nvSpPr>
          <p:cNvPr id="2" name="">
            <a:extLst xmlns:a="http://schemas.openxmlformats.org/drawingml/2006/main">
              <a:ext uri="{FF2B5EF4-FFF2-40B4-BE49-F238E27FC236}">
                <a16:creationId xmlns:a16="http://schemas.microsoft.com/office/drawing/2014/main" id="{EA37717C-91F2-4FF4-A720-10857100E361}"/>
              </a:ext>
            </a:extLst>
          </p:cNvPr>
          <p:cNvSpPr>
            <a:spLocks xmlns:a="http://schemas.openxmlformats.org/drawingml/2006/main" noGrp="1"/>
          </p:cNvSpPr>
          <p:nvPr/>
        </p:nvSpPr>
        <p:spPr>
          <a:xfrm xmlns:a="http://schemas.openxmlformats.org/drawingml/2006/main">
            <a:off x="723900" y="99060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F5F1E8"/>
                </a:solidFill>
              </a:defRPr>
            </a:defPPr>
            <a:lvl1pPr>
              <a:buNone/>
              <a:defRPr sz="4050" b="1">
                <a:solidFill>
                  <a:srgbClr val="F5F1E8"/>
                </a:solidFill>
              </a:defRPr>
            </a:lvl1pPr>
            <a:lvl2pPr>
              <a:buNone/>
              <a:defRPr sz="4050" b="1">
                <a:solidFill>
                  <a:srgbClr val="F5F1E8"/>
                </a:solidFill>
              </a:defRPr>
            </a:lvl2pPr>
            <a:lvl3pPr>
              <a:buNone/>
              <a:defRPr sz="4050" b="1">
                <a:solidFill>
                  <a:srgbClr val="F5F1E8"/>
                </a:solidFill>
              </a:defRPr>
            </a:lvl3pPr>
            <a:lvl4pPr>
              <a:buNone/>
              <a:defRPr sz="4050" b="1">
                <a:solidFill>
                  <a:srgbClr val="F5F1E8"/>
                </a:solidFill>
              </a:defRPr>
            </a:lvl4pPr>
            <a:lvl5pPr>
              <a:buNone/>
              <a:defRPr sz="4050" b="1">
                <a:solidFill>
                  <a:srgbClr val="F5F1E8"/>
                </a:solidFill>
              </a:defRPr>
            </a:lvl5pPr>
            <a:lvl6pPr>
              <a:buNone/>
              <a:defRPr sz="4050" b="1">
                <a:solidFill>
                  <a:srgbClr val="F5F1E8"/>
                </a:solidFill>
              </a:defRPr>
            </a:lvl6pPr>
            <a:lvl7pPr>
              <a:buNone/>
              <a:defRPr sz="4050" b="1">
                <a:solidFill>
                  <a:srgbClr val="F5F1E8"/>
                </a:solidFill>
              </a:defRPr>
            </a:lvl7pPr>
            <a:lvl8pPr>
              <a:buNone/>
              <a:defRPr sz="4050" b="1">
                <a:solidFill>
                  <a:srgbClr val="F5F1E8"/>
                </a:solidFill>
              </a:defRPr>
            </a:lvl8pPr>
            <a:lvl9pPr>
              <a:buNone/>
              <a:defRPr sz="4050" b="1">
                <a:solidFill>
                  <a:srgbClr val="F5F1E8"/>
                </a:solidFill>
              </a:defRPr>
            </a:lvl9pPr>
          </a:lstStyle>
          <a:p xmlns:a="http://schemas.openxmlformats.org/drawingml/2006/main">
            <a:pPr>
              <a:buNone/>
              <a:defRPr sz="4050" b="1">
                <a:solidFill>
                  <a:srgbClr val="F5F1E8"/>
                </a:solidFill>
              </a:defRPr>
            </a:pPr>
            <a:r>
              <a:rPr sz="4050" b="1">
                <a:solidFill>
                  <a:srgbClr val="F5F1E8"/>
                </a:solidFill>
              </a:rPr>
              <a:t>Follow one case from source to evidence.</a:t>
            </a:r>
          </a:p>
        </p:txBody>
      </p:sp>
      <p:sp>
        <p:nvSpPr>
          <p:cNvPr id="3" name="">
            <a:extLst xmlns:a="http://schemas.openxmlformats.org/drawingml/2006/main">
              <a:ext uri="{FF2B5EF4-FFF2-40B4-BE49-F238E27FC236}">
                <a16:creationId xmlns:a16="http://schemas.microsoft.com/office/drawing/2014/main" id="{96FE7E08-12ED-4634-84A6-0797A7E4DA18}"/>
              </a:ext>
            </a:extLst>
          </p:cNvPr>
          <p:cNvSpPr>
            <a:spLocks xmlns:a="http://schemas.openxmlformats.org/drawingml/2006/main" noGrp="1"/>
          </p:cNvSpPr>
          <p:nvPr/>
        </p:nvSpPr>
        <p:spPr>
          <a:xfrm xmlns:a="http://schemas.openxmlformats.org/drawingml/2006/main">
            <a:off x="762000" y="2638425"/>
            <a:ext cx="105727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F5F1E8"/>
                </a:solidFill>
              </a:defRPr>
            </a:defPPr>
            <a:lvl1pPr>
              <a:buNone/>
              <a:defRPr sz="2850" b="1">
                <a:solidFill>
                  <a:srgbClr val="F5F1E8"/>
                </a:solidFill>
              </a:defRPr>
            </a:lvl1pPr>
            <a:lvl2pPr>
              <a:buNone/>
              <a:defRPr sz="2850" b="1">
                <a:solidFill>
                  <a:srgbClr val="F5F1E8"/>
                </a:solidFill>
              </a:defRPr>
            </a:lvl2pPr>
            <a:lvl3pPr>
              <a:buNone/>
              <a:defRPr sz="2850" b="1">
                <a:solidFill>
                  <a:srgbClr val="F5F1E8"/>
                </a:solidFill>
              </a:defRPr>
            </a:lvl3pPr>
            <a:lvl4pPr>
              <a:buNone/>
              <a:defRPr sz="2850" b="1">
                <a:solidFill>
                  <a:srgbClr val="F5F1E8"/>
                </a:solidFill>
              </a:defRPr>
            </a:lvl4pPr>
            <a:lvl5pPr>
              <a:buNone/>
              <a:defRPr sz="2850" b="1">
                <a:solidFill>
                  <a:srgbClr val="F5F1E8"/>
                </a:solidFill>
              </a:defRPr>
            </a:lvl5pPr>
            <a:lvl6pPr>
              <a:buNone/>
              <a:defRPr sz="2850" b="1">
                <a:solidFill>
                  <a:srgbClr val="F5F1E8"/>
                </a:solidFill>
              </a:defRPr>
            </a:lvl6pPr>
            <a:lvl7pPr>
              <a:buNone/>
              <a:defRPr sz="2850" b="1">
                <a:solidFill>
                  <a:srgbClr val="F5F1E8"/>
                </a:solidFill>
              </a:defRPr>
            </a:lvl7pPr>
            <a:lvl8pPr>
              <a:buNone/>
              <a:defRPr sz="2850" b="1">
                <a:solidFill>
                  <a:srgbClr val="F5F1E8"/>
                </a:solidFill>
              </a:defRPr>
            </a:lvl8pPr>
            <a:lvl9pPr>
              <a:buNone/>
              <a:defRPr sz="2850" b="1">
                <a:solidFill>
                  <a:srgbClr val="F5F1E8"/>
                </a:solidFill>
              </a:defRPr>
            </a:lvl9pPr>
          </a:lstStyle>
          <a:p xmlns:a="http://schemas.openxmlformats.org/drawingml/2006/main">
            <a:pPr>
              <a:buNone/>
              <a:defRPr sz="2850" b="1">
                <a:solidFill>
                  <a:srgbClr val="F5F1E8"/>
                </a:solidFill>
              </a:defRPr>
            </a:pPr>
            <a:r>
              <a:rPr sz="2850" b="1">
                <a:solidFill>
                  <a:srgbClr val="F5F1E8"/>
                </a:solidFill>
              </a:rPr>
              <a:t>01   Ask and inspect sources</a:t>
            </a:r>
          </a:p>
          <a:p xmlns:a="http://schemas.openxmlformats.org/drawingml/2006/main">
            <a:pPr>
              <a:buNone/>
              <a:defRPr sz="2850" b="1">
                <a:solidFill>
                  <a:srgbClr val="F5F1E8"/>
                </a:solidFill>
              </a:defRPr>
            </a:pPr>
            <a:r>
              <a:rPr sz="2850" b="1">
                <a:solidFill>
                  <a:srgbClr val="F5F1E8"/>
                </a:solidFill>
              </a:rPr>
              <a:t>02   Review a candidate test</a:t>
            </a:r>
          </a:p>
          <a:p xmlns:a="http://schemas.openxmlformats.org/drawingml/2006/main">
            <a:pPr>
              <a:buNone/>
              <a:defRPr sz="2850" b="1">
                <a:solidFill>
                  <a:srgbClr val="F5F1E8"/>
                </a:solidFill>
              </a:defRPr>
            </a:pPr>
            <a:r>
              <a:rPr sz="2850" b="1">
                <a:solidFill>
                  <a:srgbClr val="F5F1E8"/>
                </a:solidFill>
              </a:rPr>
              <a:t>03   Approve and run in the sandbox</a:t>
            </a:r>
          </a:p>
          <a:p xmlns:a="http://schemas.openxmlformats.org/drawingml/2006/main">
            <a:pPr>
              <a:buNone/>
              <a:defRPr sz="2850" b="1">
                <a:solidFill>
                  <a:srgbClr val="F5F1E8"/>
                </a:solidFill>
              </a:defRPr>
            </a:pPr>
            <a:r>
              <a:rPr sz="2850" b="1">
                <a:solidFill>
                  <a:srgbClr val="F5F1E8"/>
                </a:solidFill>
              </a:rPr>
              <a:t>04   Inspect the result and recovery trace</a:t>
            </a:r>
          </a:p>
        </p:txBody>
      </p:sp>
    </p:spTree>
    <p:extLst>
      <p:ext uri="{BB962C8B-B14F-4D97-AF65-F5344CB8AC3E}">
        <p14:creationId xmlns:p14="http://schemas.microsoft.com/office/powerpoint/2010/main" val="20329279"/>
      </p:ext>
    </p:extLst>
  </p:cSld>
</p:sld>
</file>

<file path=ppt/slides/slide1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B3D01E5-86E1-4723-8811-1DA312375B69}"/>
              </a:ext>
            </a:extLst>
          </p:cNvPr>
          <p:cNvSpPr>
            <a:spLocks xmlns:a="http://schemas.openxmlformats.org/drawingml/2006/main" noGrp="1"/>
          </p:cNvSpPr>
          <p:nvPr/>
        </p:nvSpPr>
        <p:spPr>
          <a:xfrm xmlns:a="http://schemas.openxmlformats.org/drawingml/2006/main">
            <a:off x="723900" y="438150"/>
            <a:ext cx="1074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496170"/>
                </a:solidFill>
              </a:defRPr>
            </a:defPPr>
            <a:lvl1pPr>
              <a:buNone/>
              <a:defRPr sz="1350" b="1">
                <a:solidFill>
                  <a:srgbClr val="496170"/>
                </a:solidFill>
              </a:defRPr>
            </a:lvl1pPr>
            <a:lvl2pPr>
              <a:buNone/>
              <a:defRPr sz="1350" b="1">
                <a:solidFill>
                  <a:srgbClr val="496170"/>
                </a:solidFill>
              </a:defRPr>
            </a:lvl2pPr>
            <a:lvl3pPr>
              <a:buNone/>
              <a:defRPr sz="1350" b="1">
                <a:solidFill>
                  <a:srgbClr val="496170"/>
                </a:solidFill>
              </a:defRPr>
            </a:lvl3pPr>
            <a:lvl4pPr>
              <a:buNone/>
              <a:defRPr sz="1350" b="1">
                <a:solidFill>
                  <a:srgbClr val="496170"/>
                </a:solidFill>
              </a:defRPr>
            </a:lvl4pPr>
            <a:lvl5pPr>
              <a:buNone/>
              <a:defRPr sz="1350" b="1">
                <a:solidFill>
                  <a:srgbClr val="496170"/>
                </a:solidFill>
              </a:defRPr>
            </a:lvl5pPr>
            <a:lvl6pPr>
              <a:buNone/>
              <a:defRPr sz="1350" b="1">
                <a:solidFill>
                  <a:srgbClr val="496170"/>
                </a:solidFill>
              </a:defRPr>
            </a:lvl6pPr>
            <a:lvl7pPr>
              <a:buNone/>
              <a:defRPr sz="1350" b="1">
                <a:solidFill>
                  <a:srgbClr val="496170"/>
                </a:solidFill>
              </a:defRPr>
            </a:lvl7pPr>
            <a:lvl8pPr>
              <a:buNone/>
              <a:defRPr sz="1350" b="1">
                <a:solidFill>
                  <a:srgbClr val="496170"/>
                </a:solidFill>
              </a:defRPr>
            </a:lvl8pPr>
            <a:lvl9pPr>
              <a:buNone/>
              <a:defRPr sz="1350" b="1">
                <a:solidFill>
                  <a:srgbClr val="496170"/>
                </a:solidFill>
              </a:defRPr>
            </a:lvl9pPr>
          </a:lstStyle>
          <a:p xmlns:a="http://schemas.openxmlformats.org/drawingml/2006/main">
            <a:pPr>
              <a:buNone/>
              <a:defRPr sz="1350" b="1">
                <a:solidFill>
                  <a:srgbClr val="496170"/>
                </a:solidFill>
              </a:defRPr>
            </a:pPr>
            <a:r>
              <a:rPr sz="1350" b="1">
                <a:solidFill>
                  <a:srgbClr val="496170"/>
                </a:solidFill>
              </a:rPr>
              <a:t>SOFTWARE ENGINEERING QA AGENT</a:t>
            </a:r>
          </a:p>
        </p:txBody>
      </p:sp>
      <p:sp>
        <p:nvSpPr>
          <p:cNvPr id="2" name="">
            <a:extLst xmlns:a="http://schemas.openxmlformats.org/drawingml/2006/main">
              <a:ext uri="{FF2B5EF4-FFF2-40B4-BE49-F238E27FC236}">
                <a16:creationId xmlns:a16="http://schemas.microsoft.com/office/drawing/2014/main" id="{7879B2AA-EA7E-4F8F-9873-C73D92734734}"/>
              </a:ext>
            </a:extLst>
          </p:cNvPr>
          <p:cNvSpPr>
            <a:spLocks xmlns:a="http://schemas.openxmlformats.org/drawingml/2006/main" noGrp="1"/>
          </p:cNvSpPr>
          <p:nvPr/>
        </p:nvSpPr>
        <p:spPr>
          <a:xfrm xmlns:a="http://schemas.openxmlformats.org/drawingml/2006/main">
            <a:off x="723900" y="1447800"/>
            <a:ext cx="10572750"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00" b="1">
                <a:solidFill>
                  <a:srgbClr val="153143"/>
                </a:solidFill>
              </a:defRPr>
            </a:defPPr>
            <a:lvl1pPr>
              <a:buNone/>
              <a:defRPr sz="5700" b="1">
                <a:solidFill>
                  <a:srgbClr val="153143"/>
                </a:solidFill>
              </a:defRPr>
            </a:lvl1pPr>
            <a:lvl2pPr>
              <a:buNone/>
              <a:defRPr sz="5700" b="1">
                <a:solidFill>
                  <a:srgbClr val="153143"/>
                </a:solidFill>
              </a:defRPr>
            </a:lvl2pPr>
            <a:lvl3pPr>
              <a:buNone/>
              <a:defRPr sz="5700" b="1">
                <a:solidFill>
                  <a:srgbClr val="153143"/>
                </a:solidFill>
              </a:defRPr>
            </a:lvl3pPr>
            <a:lvl4pPr>
              <a:buNone/>
              <a:defRPr sz="5700" b="1">
                <a:solidFill>
                  <a:srgbClr val="153143"/>
                </a:solidFill>
              </a:defRPr>
            </a:lvl4pPr>
            <a:lvl5pPr>
              <a:buNone/>
              <a:defRPr sz="5700" b="1">
                <a:solidFill>
                  <a:srgbClr val="153143"/>
                </a:solidFill>
              </a:defRPr>
            </a:lvl5pPr>
            <a:lvl6pPr>
              <a:buNone/>
              <a:defRPr sz="5700" b="1">
                <a:solidFill>
                  <a:srgbClr val="153143"/>
                </a:solidFill>
              </a:defRPr>
            </a:lvl6pPr>
            <a:lvl7pPr>
              <a:buNone/>
              <a:defRPr sz="5700" b="1">
                <a:solidFill>
                  <a:srgbClr val="153143"/>
                </a:solidFill>
              </a:defRPr>
            </a:lvl7pPr>
            <a:lvl8pPr>
              <a:buNone/>
              <a:defRPr sz="5700" b="1">
                <a:solidFill>
                  <a:srgbClr val="153143"/>
                </a:solidFill>
              </a:defRPr>
            </a:lvl8pPr>
            <a:lvl9pPr>
              <a:buNone/>
              <a:defRPr sz="5700" b="1">
                <a:solidFill>
                  <a:srgbClr val="153143"/>
                </a:solidFill>
              </a:defRPr>
            </a:lvl9pPr>
          </a:lstStyle>
          <a:p xmlns:a="http://schemas.openxmlformats.org/drawingml/2006/main">
            <a:pPr>
              <a:buNone/>
              <a:defRPr sz="5700" b="1">
                <a:solidFill>
                  <a:srgbClr val="153143"/>
                </a:solidFill>
              </a:defRPr>
            </a:pPr>
            <a:r>
              <a:rPr sz="5700" b="1">
                <a:solidFill>
                  <a:srgbClr val="153143"/>
                </a:solidFill>
              </a:rPr>
              <a:t>The developer retains</a:t>
            </a:r>
          </a:p>
          <a:p xmlns:a="http://schemas.openxmlformats.org/drawingml/2006/main">
            <a:pPr>
              <a:buNone/>
              <a:defRPr sz="5700" b="1">
                <a:solidFill>
                  <a:srgbClr val="153143"/>
                </a:solidFill>
              </a:defRPr>
            </a:pPr>
            <a:r>
              <a:rPr sz="5700" b="1">
                <a:solidFill>
                  <a:srgbClr val="153143"/>
                </a:solidFill>
              </a:rPr>
              <a:t>the final decision.</a:t>
            </a:r>
          </a:p>
        </p:txBody>
      </p:sp>
      <p:sp>
        <p:nvSpPr>
          <p:cNvPr id="3" name="">
            <a:extLst xmlns:a="http://schemas.openxmlformats.org/drawingml/2006/main">
              <a:ext uri="{FF2B5EF4-FFF2-40B4-BE49-F238E27FC236}">
                <a16:creationId xmlns:a16="http://schemas.microsoft.com/office/drawing/2014/main" id="{A999383C-8A9F-4289-9D57-18B918BD0B3F}"/>
              </a:ext>
            </a:extLst>
          </p:cNvPr>
          <p:cNvSpPr>
            <a:spLocks xmlns:a="http://schemas.openxmlformats.org/drawingml/2006/main" noGrp="1"/>
          </p:cNvSpPr>
          <p:nvPr/>
        </p:nvSpPr>
        <p:spPr>
          <a:xfrm xmlns:a="http://schemas.openxmlformats.org/drawingml/2006/main">
            <a:off x="781050" y="4352925"/>
            <a:ext cx="105727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207958"/>
                </a:solidFill>
              </a:defRPr>
            </a:defPPr>
            <a:lvl1pPr>
              <a:buNone/>
              <a:defRPr sz="2700" b="0">
                <a:solidFill>
                  <a:srgbClr val="207958"/>
                </a:solidFill>
              </a:defRPr>
            </a:lvl1pPr>
            <a:lvl2pPr>
              <a:buNone/>
              <a:defRPr sz="2700" b="0">
                <a:solidFill>
                  <a:srgbClr val="207958"/>
                </a:solidFill>
              </a:defRPr>
            </a:lvl2pPr>
            <a:lvl3pPr>
              <a:buNone/>
              <a:defRPr sz="2700" b="0">
                <a:solidFill>
                  <a:srgbClr val="207958"/>
                </a:solidFill>
              </a:defRPr>
            </a:lvl3pPr>
            <a:lvl4pPr>
              <a:buNone/>
              <a:defRPr sz="2700" b="0">
                <a:solidFill>
                  <a:srgbClr val="207958"/>
                </a:solidFill>
              </a:defRPr>
            </a:lvl4pPr>
            <a:lvl5pPr>
              <a:buNone/>
              <a:defRPr sz="2700" b="0">
                <a:solidFill>
                  <a:srgbClr val="207958"/>
                </a:solidFill>
              </a:defRPr>
            </a:lvl5pPr>
            <a:lvl6pPr>
              <a:buNone/>
              <a:defRPr sz="2700" b="0">
                <a:solidFill>
                  <a:srgbClr val="207958"/>
                </a:solidFill>
              </a:defRPr>
            </a:lvl6pPr>
            <a:lvl7pPr>
              <a:buNone/>
              <a:defRPr sz="2700" b="0">
                <a:solidFill>
                  <a:srgbClr val="207958"/>
                </a:solidFill>
              </a:defRPr>
            </a:lvl7pPr>
            <a:lvl8pPr>
              <a:buNone/>
              <a:defRPr sz="2700" b="0">
                <a:solidFill>
                  <a:srgbClr val="207958"/>
                </a:solidFill>
              </a:defRPr>
            </a:lvl8pPr>
            <a:lvl9pPr>
              <a:buNone/>
              <a:defRPr sz="2700" b="0">
                <a:solidFill>
                  <a:srgbClr val="207958"/>
                </a:solidFill>
              </a:defRPr>
            </a:lvl9pPr>
          </a:lstStyle>
          <a:p xmlns:a="http://schemas.openxmlformats.org/drawingml/2006/main">
            <a:pPr>
              <a:buNone/>
              <a:defRPr sz="2700" b="0">
                <a:solidFill>
                  <a:srgbClr val="207958"/>
                </a:solidFill>
              </a:defRPr>
            </a:pPr>
            <a:r>
              <a:rPr sz="2700" b="0">
                <a:solidFill>
                  <a:srgbClr val="207958"/>
                </a:solidFill>
              </a:rPr>
              <a:t>Traceable requirements.</a:t>
            </a:r>
          </a:p>
          <a:p xmlns:a="http://schemas.openxmlformats.org/drawingml/2006/main">
            <a:pPr>
              <a:buNone/>
              <a:defRPr sz="2700" b="0">
                <a:solidFill>
                  <a:srgbClr val="207958"/>
                </a:solidFill>
              </a:defRPr>
            </a:pPr>
            <a:r>
              <a:rPr sz="2700" b="0">
                <a:solidFill>
                  <a:srgbClr val="207958"/>
                </a:solidFill>
              </a:rPr>
              <a:t>Reviewable tests.</a:t>
            </a:r>
          </a:p>
          <a:p xmlns:a="http://schemas.openxmlformats.org/drawingml/2006/main">
            <a:pPr>
              <a:buNone/>
              <a:defRPr sz="2700" b="0">
                <a:solidFill>
                  <a:srgbClr val="207958"/>
                </a:solidFill>
              </a:defRPr>
            </a:pPr>
            <a:r>
              <a:rPr sz="2700" b="0">
                <a:solidFill>
                  <a:srgbClr val="207958"/>
                </a:solidFill>
              </a:rPr>
              <a:t>Bounded actions.</a:t>
            </a:r>
          </a:p>
        </p:txBody>
      </p:sp>
    </p:spTree>
    <p:extLst>
      <p:ext uri="{BB962C8B-B14F-4D97-AF65-F5344CB8AC3E}">
        <p14:creationId xmlns:p14="http://schemas.microsoft.com/office/powerpoint/2010/main" val="7231612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2026-10-22T17:58:14.7170000Z</dcterms:created>
  <dcterms:modified xsi:type="dcterms:W3CDTF">2026-10-22T17:58:14.7170000Z</dcterms:modified>
</coreProperties>
</file>