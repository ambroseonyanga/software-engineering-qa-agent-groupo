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b75dc22aa846c2" /><Relationship Type="http://schemas.openxmlformats.org/officeDocument/2006/relationships/extended-properties" Target="/docProps/app.xml" Id="R41fd9795614148fe" /><Relationship Type="http://schemas.openxmlformats.org/officeDocument/2006/relationships/officeDocument" Target="/ppt/presentation.xml" Id="R1692e394a34342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6b7c68326d4652"/>
  </p:sldMasterIdLst>
  <p:notesMasterIdLst>
    <p:notesMasterId xmlns:r="http://schemas.openxmlformats.org/officeDocument/2006/relationships" r:id="R1afe9f8fc7804325"/>
  </p:notesMasterIdLst>
  <p:sldIdLst>
    <p:sldId xmlns:r="http://schemas.openxmlformats.org/officeDocument/2006/relationships" id="256" r:id="Re6b4098dfa9a405a"/>
    <p:sldId xmlns:r="http://schemas.openxmlformats.org/officeDocument/2006/relationships" id="257" r:id="R5d2599f1dc934da2"/>
    <p:sldId xmlns:r="http://schemas.openxmlformats.org/officeDocument/2006/relationships" id="258" r:id="R0c9ad48ddeeb423a"/>
    <p:sldId xmlns:r="http://schemas.openxmlformats.org/officeDocument/2006/relationships" id="259" r:id="Rb691ab41d0ef4e3b"/>
    <p:sldId xmlns:r="http://schemas.openxmlformats.org/officeDocument/2006/relationships" id="260" r:id="R7705153dff3e4768"/>
    <p:sldId xmlns:r="http://schemas.openxmlformats.org/officeDocument/2006/relationships" id="261" r:id="R3d9521731d9847b2"/>
    <p:sldId xmlns:r="http://schemas.openxmlformats.org/officeDocument/2006/relationships" id="262" r:id="R32dce350b8bd4646"/>
    <p:sldId xmlns:r="http://schemas.openxmlformats.org/officeDocument/2006/relationships" id="263" r:id="R5d14bb41f72e4acf"/>
    <p:sldId xmlns:r="http://schemas.openxmlformats.org/officeDocument/2006/relationships" id="264" r:id="R0801f62f7070456e"/>
    <p:sldId xmlns:r="http://schemas.openxmlformats.org/officeDocument/2006/relationships" id="265" r:id="R9fa3f76c28594c43"/>
    <p:sldId xmlns:r="http://schemas.openxmlformats.org/officeDocument/2006/relationships" id="266" r:id="Rbe306060c1984248"/>
    <p:sldId xmlns:r="http://schemas.openxmlformats.org/officeDocument/2006/relationships" id="267" r:id="Ra00badc348a141ca"/>
    <p:sldId xmlns:r="http://schemas.openxmlformats.org/officeDocument/2006/relationships" id="268" r:id="Ra72c583ba40d4569"/>
    <p:sldId xmlns:r="http://schemas.openxmlformats.org/officeDocument/2006/relationships" id="269" r:id="Rdd9d155ad80d4e9e"/>
    <p:sldId xmlns:r="http://schemas.openxmlformats.org/officeDocument/2006/relationships" id="270" r:id="R2ef42624865843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07b4bc4b44426c" /><Relationship Type="http://schemas.openxmlformats.org/officeDocument/2006/relationships/slideMaster" Target="/ppt/slideMasters/slideMaster1.xml" Id="Rf06b7c68326d4652" /><Relationship Type="http://schemas.openxmlformats.org/officeDocument/2006/relationships/notesMaster" Target="/ppt/notesMasters/notesMaster1.xml" Id="R1afe9f8fc7804325" /><Relationship Type="http://schemas.openxmlformats.org/officeDocument/2006/relationships/presProps" Target="/ppt/presProps.xml" Id="R2a0c39dba110432e" /><Relationship Type="http://schemas.openxmlformats.org/officeDocument/2006/relationships/tableStyles" Target="/ppt/tableStyles.xml" Id="R00843798316b4b67" /><Relationship Type="http://schemas.openxmlformats.org/officeDocument/2006/relationships/slide" Target="/ppt/slides/slide1.xml" Id="Re6b4098dfa9a405a" /><Relationship Type="http://schemas.openxmlformats.org/officeDocument/2006/relationships/slide" Target="/ppt/slides/slide2.xml" Id="R5d2599f1dc934da2" /><Relationship Type="http://schemas.openxmlformats.org/officeDocument/2006/relationships/slide" Target="/ppt/slides/slide3.xml" Id="R0c9ad48ddeeb423a" /><Relationship Type="http://schemas.openxmlformats.org/officeDocument/2006/relationships/slide" Target="/ppt/slides/slide4.xml" Id="Rb691ab41d0ef4e3b" /><Relationship Type="http://schemas.openxmlformats.org/officeDocument/2006/relationships/slide" Target="/ppt/slides/slide5.xml" Id="R7705153dff3e4768" /><Relationship Type="http://schemas.openxmlformats.org/officeDocument/2006/relationships/slide" Target="/ppt/slides/slide6.xml" Id="R3d9521731d9847b2" /><Relationship Type="http://schemas.openxmlformats.org/officeDocument/2006/relationships/slide" Target="/ppt/slides/slide7.xml" Id="R32dce350b8bd4646" /><Relationship Type="http://schemas.openxmlformats.org/officeDocument/2006/relationships/slide" Target="/ppt/slides/slide8.xml" Id="R5d14bb41f72e4acf" /><Relationship Type="http://schemas.openxmlformats.org/officeDocument/2006/relationships/slide" Target="/ppt/slides/slide9.xml" Id="R0801f62f7070456e" /><Relationship Type="http://schemas.openxmlformats.org/officeDocument/2006/relationships/slide" Target="/ppt/slides/slide10.xml" Id="R9fa3f76c28594c43" /><Relationship Type="http://schemas.openxmlformats.org/officeDocument/2006/relationships/slide" Target="/ppt/slides/slide11.xml" Id="Rbe306060c1984248" /><Relationship Type="http://schemas.openxmlformats.org/officeDocument/2006/relationships/slide" Target="/ppt/slides/slide12.xml" Id="Ra00badc348a141ca" /><Relationship Type="http://schemas.openxmlformats.org/officeDocument/2006/relationships/slide" Target="/ppt/slides/slide13.xml" Id="Ra72c583ba40d4569" /><Relationship Type="http://schemas.openxmlformats.org/officeDocument/2006/relationships/slide" Target="/ppt/slides/slide14.xml" Id="Rdd9d155ad80d4e9e" /><Relationship Type="http://schemas.openxmlformats.org/officeDocument/2006/relationships/slide" Target="/ppt/slides/slide15.xml" Id="R2ef42624865843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0102fa7d7d4e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55cfa413cc455f" /><Relationship Type="http://schemas.openxmlformats.org/officeDocument/2006/relationships/notesMaster" Target="/ppt/notesMasters/notesMaster1.xml" Id="R5fd08b76df1840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1e401243394f3a" /><Relationship Type="http://schemas.openxmlformats.org/officeDocument/2006/relationships/notesMaster" Target="/ppt/notesMasters/notesMaster1.xml" Id="R1a022f5023f94a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90ef6856fb470b" /><Relationship Type="http://schemas.openxmlformats.org/officeDocument/2006/relationships/notesMaster" Target="/ppt/notesMasters/notesMaster1.xml" Id="R60b8303ace014d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6de561f60c4f16" /><Relationship Type="http://schemas.openxmlformats.org/officeDocument/2006/relationships/notesMaster" Target="/ppt/notesMasters/notesMaster1.xml" Id="Rc441ed831eb34c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e742bc091946b0" /><Relationship Type="http://schemas.openxmlformats.org/officeDocument/2006/relationships/notesMaster" Target="/ppt/notesMasters/notesMaster1.xml" Id="R30f0a3d0235c46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a460382941466d" /><Relationship Type="http://schemas.openxmlformats.org/officeDocument/2006/relationships/notesMaster" Target="/ppt/notesMasters/notesMaster1.xml" Id="Rd5f329108a884a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521eca73f24aac" /><Relationship Type="http://schemas.openxmlformats.org/officeDocument/2006/relationships/notesMaster" Target="/ppt/notesMasters/notesMaster1.xml" Id="R9b3cb9630b2740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95f927c9644bf0" /><Relationship Type="http://schemas.openxmlformats.org/officeDocument/2006/relationships/notesMaster" Target="/ppt/notesMasters/notesMaster1.xml" Id="R42aaa43948694f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ac30384edd423b" /><Relationship Type="http://schemas.openxmlformats.org/officeDocument/2006/relationships/notesMaster" Target="/ppt/notesMasters/notesMaster1.xml" Id="R1b0b2115d97944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4c46243c78444a" /><Relationship Type="http://schemas.openxmlformats.org/officeDocument/2006/relationships/notesMaster" Target="/ppt/notesMasters/notesMaster1.xml" Id="Rc5e4e47b7e7f4e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56b2807c22428f" /><Relationship Type="http://schemas.openxmlformats.org/officeDocument/2006/relationships/notesMaster" Target="/ppt/notesMasters/notesMaster1.xml" Id="R25757923b70148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7f13ae1bfd4987" /><Relationship Type="http://schemas.openxmlformats.org/officeDocument/2006/relationships/notesMaster" Target="/ppt/notesMasters/notesMaster1.xml" Id="Ra8a2b35e8b244d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c78de6e67346e3" /><Relationship Type="http://schemas.openxmlformats.org/officeDocument/2006/relationships/notesMaster" Target="/ppt/notesMasters/notesMaster1.xml" Id="Rcd5390641de2475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1ce0ec18344b43" /><Relationship Type="http://schemas.openxmlformats.org/officeDocument/2006/relationships/notesMaster" Target="/ppt/notesMasters/notesMaster1.xml" Id="Rddf7f307774242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b9561b36d644e05" /><Relationship Type="http://schemas.openxmlformats.org/officeDocument/2006/relationships/notesMaster" Target="/ppt/notesMasters/notesMaster1.xml" Id="R0e505fac7b7840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seconds. Introduce the QA Agent as the capstone product and BudgetMe as the target application. The central value is traceability and developer control.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Explain the developer workflow problem. Use the charter and user stories as the product requirements, and keep them distinct from BudgetMe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Walk through the connected project, requirement records and review gates. Emphasize that explicit approval and Run are separate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Explain local records, the Groq boundary, explicit tool dispatch and the separate approved Docker execution path. Source SVG remains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This is the early model baseline. Read the versioned prompt comparison rather than treating it as a later workflow score. Exact counts come from the saved ten-case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Describe the current target snapshot and its provenance. The movement implementation records local transactions; do not imply a production payment transaction was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Use FR-006 as an example of a source-derived rule that can drive boundary tests. The cap is the entered pay-period income, not a monthly normalization. Explain normal/equality/over-limit inputs.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Show one retained answer and its excerpts. R13 gives the source-supported minimum amount and leaves the production provider URL unresolved. R14/R15 do not invent absent information. The recorded result is a single retest under its stated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Both live model-selected tool demonstrations worked. The prohibited-action request selected no tool. Discuss the schema/allow-list enforcement independently from the model wording.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Open the selected recovery trace: tool_error, grounded retrieval, draft_saved. The retrieval fault was deliberately injected. Also point to normal and adversarial traces. Stop limits and guards remain deterministic.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Two opt-in memory runs completed. Show prior_report_count=1 in the second trace and the subsequent fresh retrieval. Explain that project failure analysis saves summaries while reuse remains off there; the standalone path supports explicit reuse.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Distinguish offline checks of deterministic behavior from live model evidence. The failure catalogue records request-size errors, retrieval scope problems, truncation, provider errors and generated-test setup failures with responses and retests.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The 36 scenarios have been executed. After explicitly recorded retests, 31 satisfy every criterion and five are partial. Partial cases concern feature completeness, proposal/result attribution, conflict clarification, setup diagnosis and stop/handoff behavior. Full-pass rate is 86.1 percent; partial cases are excluded. Generative checks use live Groq; deterministic cases use actual services and identified fault injection. Evidence: docs/evaluation/Final_Evaluation_Results.csv and evidence/final/scenario_assessment.json. No independent human acceptance review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four minutes. Use the prepared disposable demonstration session. Ask a BudgetMe knowledge question, show sources, inspect a benign case and its code, approve/run explicitly, then inspect recorded results and the controlled recovery trace. If a service fails during the demonstration, explain the actual failure and use the retained trace as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seconds. Close with the engineering value: readable evidence, explicit boundaries and meaningful human control. Invite questions about the sources, limits or traces.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5b504cbe743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67f8bd7c434b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de7e2048db42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a3465c3534d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da9880a360420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6cface49346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CCF382-8165-480E-927E-48B0A91018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EDBE337-F3CA-4AF7-A26A-4AFF5D89BD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2CA2751-2A8C-499F-AB12-72231DDD6A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356F0C-D390-4052-8C0C-CFD1C2562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3561E13-CAA8-4DAB-9C5F-7B1CE11D95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AD3818B-F259-458F-92EF-880F506042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4284626-A9AA-42DF-9C90-E3B0BCF899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B67B9B-BA8E-4D72-8C9E-B93A802BD98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17CF33-0474-4DB8-8C46-322C91B2F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8A2C16-9F96-451A-B386-A99D88B986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9efb16c02f4a36" /><Relationship Type="http://schemas.openxmlformats.org/officeDocument/2006/relationships/slideLayout" Target="/ppt/slideLayouts/slideLayout1.xml" Id="R07ed27ce242b4b76" /><Relationship Type="http://schemas.openxmlformats.org/officeDocument/2006/relationships/slideLayout" Target="/ppt/slideLayouts/slideLayout2.xml" Id="R72dd889b2320411b" /><Relationship Type="http://schemas.openxmlformats.org/officeDocument/2006/relationships/slideLayout" Target="/ppt/slideLayouts/slideLayout3.xml" Id="R9fe1c31d583f4e95" /><Relationship Type="http://schemas.openxmlformats.org/officeDocument/2006/relationships/slideLayout" Target="/ppt/slideLayouts/slideLayout4.xml" Id="R9384424ee7924cd1" /><Relationship Type="http://schemas.openxmlformats.org/officeDocument/2006/relationships/slideLayout" Target="/ppt/slideLayouts/slideLayout5.xml" Id="R05aeeadc08944448" /><Relationship Type="http://schemas.openxmlformats.org/officeDocument/2006/relationships/slideLayout" Target="/ppt/slideLayouts/slideLayout6.xml" Id="R11844b249a8f41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ed27ce242b4b76"/>
    <p:sldLayoutId xmlns:r="http://schemas.openxmlformats.org/officeDocument/2006/relationships" id="2147483650" r:id="R72dd889b2320411b"/>
    <p:sldLayoutId xmlns:r="http://schemas.openxmlformats.org/officeDocument/2006/relationships" id="2147483651" r:id="R9fe1c31d583f4e95"/>
    <p:sldLayoutId xmlns:r="http://schemas.openxmlformats.org/officeDocument/2006/relationships" id="2147483652" r:id="R9384424ee7924cd1"/>
    <p:sldLayoutId xmlns:r="http://schemas.openxmlformats.org/officeDocument/2006/relationships" id="2147483653" r:id="R05aeeadc08944448"/>
    <p:sldLayoutId xmlns:r="http://schemas.openxmlformats.org/officeDocument/2006/relationships" id="2147483654" r:id="R11844b249a8f41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0945ad15524f65" /><Relationship Type="http://schemas.openxmlformats.org/officeDocument/2006/relationships/notesSlide" Target="/ppt/notesSlides/notesSlide1.xml" Id="R49c858ef56e341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541bf576bc4ab8" /><Relationship Type="http://schemas.openxmlformats.org/officeDocument/2006/relationships/notesSlide" Target="/ppt/notesSlides/notesSlide2.xml" Id="R32e6ca33c51e45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f920af84a544da" /><Relationship Type="http://schemas.openxmlformats.org/officeDocument/2006/relationships/notesSlide" Target="/ppt/notesSlides/notesSlide3.xml" Id="R2ba88a229b3a4a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9faf23555d492c" /><Relationship Type="http://schemas.openxmlformats.org/officeDocument/2006/relationships/image" Target="/ppt/media/image.png" Id="R8a36b7ff58c448e8" /><Relationship Type="http://schemas.openxmlformats.org/officeDocument/2006/relationships/notesSlide" Target="/ppt/notesSlides/notesSlide4.xml" Id="Rf84235fe002140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155c9bd374bbe" /><Relationship Type="http://schemas.openxmlformats.org/officeDocument/2006/relationships/chart" Target="/ppt/slides/charts/chart1.xml" Id="R239cf27653d7406d" /><Relationship Type="http://schemas.openxmlformats.org/officeDocument/2006/relationships/notesSlide" Target="/ppt/notesSlides/notesSlide5.xml" Id="R391b235517494c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5acee89944497b" /><Relationship Type="http://schemas.openxmlformats.org/officeDocument/2006/relationships/notesSlide" Target="/ppt/notesSlides/notesSlide6.xml" Id="R5c2e9eab027648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e88d5c22184d15" /><Relationship Type="http://schemas.openxmlformats.org/officeDocument/2006/relationships/notesSlide" Target="/ppt/notesSlides/notesSlide7.xml" Id="Rce1775deede446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a3023165094035" /><Relationship Type="http://schemas.openxmlformats.org/officeDocument/2006/relationships/notesSlide" Target="/ppt/notesSlides/notesSlide8.xml" Id="Rac3fbafe381745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4c40bd1e9a4c47" /><Relationship Type="http://schemas.openxmlformats.org/officeDocument/2006/relationships/notesSlide" Target="/ppt/notesSlides/notesSlide9.xml" Id="R32128fc57ee34f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cea1de996941b8" /><Relationship Type="http://schemas.openxmlformats.org/officeDocument/2006/relationships/notesSlide" Target="/ppt/notesSlides/notesSlide10.xml" Id="Raeabf295d0424f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3f06315a04b68" /><Relationship Type="http://schemas.openxmlformats.org/officeDocument/2006/relationships/notesSlide" Target="/ppt/notesSlides/notesSlide11.xml" Id="Rbc7311c829cd4b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437cc8c8a247b6" /><Relationship Type="http://schemas.openxmlformats.org/officeDocument/2006/relationships/notesSlide" Target="/ppt/notesSlides/notesSlide12.xml" Id="R690532db041148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8bccb2f29b4670" /><Relationship Type="http://schemas.openxmlformats.org/officeDocument/2006/relationships/notesSlide" Target="/ppt/notesSlides/notesSlide13.xml" Id="R93c28705e3564c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c98aabe8e74489" /><Relationship Type="http://schemas.openxmlformats.org/officeDocument/2006/relationships/notesSlide" Target="/ppt/notesSlides/notesSlide14.xml" Id="R7d926924f36c4c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3b11be0cc64b52" /><Relationship Type="http://schemas.openxmlformats.org/officeDocument/2006/relationships/notesSlide" Target="/ppt/notesSlides/notesSlide15.xml" Id="R5530690076074f0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PASS</c:v>
          </c:tx>
          <c:spPr>
            <a:solidFill xmlns:a="http://schemas.openxmlformats.org/drawingml/2006/main">
              <a:srgbClr val="207958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v1.0</c:v>
                </c:pt>
                <c:pt idx="1">
                  <c:v>v1.1</c:v>
                </c:pt>
                <c:pt idx="2">
                  <c:v>v1.2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2</c:v>
                </c:pt>
                <c:pt idx="1">
                  <c:v>5</c:v>
                </c:pt>
                <c:pt idx="2">
                  <c:v>7</c:v>
                </c:pt>
              </c:numCache>
            </c:numRef>
          </c:val>
        </c:ser>
        <c:ser>
          <c:idx val="1"/>
          <c:order val="1"/>
          <c:tx>
            <c:v>PARTIAL</c:v>
          </c:tx>
          <c:spPr>
            <a:solidFill xmlns:a="http://schemas.openxmlformats.org/drawingml/2006/main">
              <a:srgbClr val="C79B43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v1.0</c:v>
                </c:pt>
                <c:pt idx="1">
                  <c:v>v1.1</c:v>
                </c:pt>
                <c:pt idx="2">
                  <c:v>v1.2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1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ser>
          <c:idx val="2"/>
          <c:order val="2"/>
          <c:tx>
            <c:v>FAIL</c:v>
          </c:tx>
          <c:spPr>
            <a:solidFill xmlns:a="http://schemas.openxmlformats.org/drawingml/2006/main">
              <a:srgbClr val="9F4D4D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v1.0</c:v>
                </c:pt>
                <c:pt idx="1">
                  <c:v>v1.1</c:v>
                </c:pt>
                <c:pt idx="2">
                  <c:v>v1.2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7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 b="1">
                  <a:solidFill>
                    <a:srgbClr val="15314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5314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96170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53143"/>
              </a:solidFill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7400E-7C36-4F09-BCA0-08D3B3D1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GROUP O  /  BSE4104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C34C9-31B2-4600-AC50-12B571DD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23950"/>
            <a:ext cx="8096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050" b="1">
                <a:solidFill>
                  <a:srgbClr val="F5F1E8"/>
                </a:solidFill>
              </a:defRPr>
            </a:defPPr>
            <a:lvl1pPr>
              <a:buNone/>
              <a:defRPr sz="7050" b="1">
                <a:solidFill>
                  <a:srgbClr val="F5F1E8"/>
                </a:solidFill>
              </a:defRPr>
            </a:lvl1pPr>
            <a:lvl2pPr>
              <a:buNone/>
              <a:defRPr sz="7050" b="1">
                <a:solidFill>
                  <a:srgbClr val="F5F1E8"/>
                </a:solidFill>
              </a:defRPr>
            </a:lvl2pPr>
            <a:lvl3pPr>
              <a:buNone/>
              <a:defRPr sz="7050" b="1">
                <a:solidFill>
                  <a:srgbClr val="F5F1E8"/>
                </a:solidFill>
              </a:defRPr>
            </a:lvl3pPr>
            <a:lvl4pPr>
              <a:buNone/>
              <a:defRPr sz="7050" b="1">
                <a:solidFill>
                  <a:srgbClr val="F5F1E8"/>
                </a:solidFill>
              </a:defRPr>
            </a:lvl4pPr>
            <a:lvl5pPr>
              <a:buNone/>
              <a:defRPr sz="7050" b="1">
                <a:solidFill>
                  <a:srgbClr val="F5F1E8"/>
                </a:solidFill>
              </a:defRPr>
            </a:lvl5pPr>
            <a:lvl6pPr>
              <a:buNone/>
              <a:defRPr sz="7050" b="1">
                <a:solidFill>
                  <a:srgbClr val="F5F1E8"/>
                </a:solidFill>
              </a:defRPr>
            </a:lvl6pPr>
            <a:lvl7pPr>
              <a:buNone/>
              <a:defRPr sz="7050" b="1">
                <a:solidFill>
                  <a:srgbClr val="F5F1E8"/>
                </a:solidFill>
              </a:defRPr>
            </a:lvl7pPr>
            <a:lvl8pPr>
              <a:buNone/>
              <a:defRPr sz="7050" b="1">
                <a:solidFill>
                  <a:srgbClr val="F5F1E8"/>
                </a:solidFill>
              </a:defRPr>
            </a:lvl8pPr>
            <a:lvl9pPr>
              <a:buNone/>
              <a:defRPr sz="7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7050" b="1">
                <a:solidFill>
                  <a:srgbClr val="F5F1E8"/>
                </a:solidFill>
              </a:defRPr>
            </a:pPr>
            <a:r>
              <a:rPr sz="7050" b="1">
                <a:solidFill>
                  <a:srgbClr val="F5F1E8"/>
                </a:solidFill>
              </a:rPr>
              <a:t>Software</a:t>
            </a:r>
          </a:p>
          <a:p xmlns:a="http://schemas.openxmlformats.org/drawingml/2006/main">
            <a:pPr>
              <a:buNone/>
              <a:defRPr sz="7050" b="1">
                <a:solidFill>
                  <a:srgbClr val="F5F1E8"/>
                </a:solidFill>
              </a:defRPr>
            </a:pPr>
            <a:r>
              <a:rPr sz="7050" b="1">
                <a:solidFill>
                  <a:srgbClr val="F5F1E8"/>
                </a:solidFill>
              </a:rPr>
              <a:t>Engineering</a:t>
            </a:r>
          </a:p>
          <a:p xmlns:a="http://schemas.openxmlformats.org/drawingml/2006/main">
            <a:pPr>
              <a:buNone/>
              <a:defRPr sz="7050" b="1">
                <a:solidFill>
                  <a:srgbClr val="F5F1E8"/>
                </a:solidFill>
              </a:defRPr>
            </a:pPr>
            <a:r>
              <a:rPr sz="7050" b="1">
                <a:solidFill>
                  <a:srgbClr val="F5F1E8"/>
                </a:solidFill>
              </a:rPr>
              <a:t>QA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1FC43-E1DB-4A0A-BE6D-79339B70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981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625" b="0">
                <a:solidFill>
                  <a:srgbClr val="A4E4BC"/>
                </a:solidFill>
              </a:defRPr>
            </a:defPPr>
            <a:lvl1pPr>
              <a:buNone/>
              <a:defRPr sz="2625" b="0">
                <a:solidFill>
                  <a:srgbClr val="A4E4BC"/>
                </a:solidFill>
              </a:defRPr>
            </a:lvl1pPr>
            <a:lvl2pPr>
              <a:buNone/>
              <a:defRPr sz="2625" b="0">
                <a:solidFill>
                  <a:srgbClr val="A4E4BC"/>
                </a:solidFill>
              </a:defRPr>
            </a:lvl2pPr>
            <a:lvl3pPr>
              <a:buNone/>
              <a:defRPr sz="2625" b="0">
                <a:solidFill>
                  <a:srgbClr val="A4E4BC"/>
                </a:solidFill>
              </a:defRPr>
            </a:lvl3pPr>
            <a:lvl4pPr>
              <a:buNone/>
              <a:defRPr sz="2625" b="0">
                <a:solidFill>
                  <a:srgbClr val="A4E4BC"/>
                </a:solidFill>
              </a:defRPr>
            </a:lvl4pPr>
            <a:lvl5pPr>
              <a:buNone/>
              <a:defRPr sz="2625" b="0">
                <a:solidFill>
                  <a:srgbClr val="A4E4BC"/>
                </a:solidFill>
              </a:defRPr>
            </a:lvl5pPr>
            <a:lvl6pPr>
              <a:buNone/>
              <a:defRPr sz="2625" b="0">
                <a:solidFill>
                  <a:srgbClr val="A4E4BC"/>
                </a:solidFill>
              </a:defRPr>
            </a:lvl6pPr>
            <a:lvl7pPr>
              <a:buNone/>
              <a:defRPr sz="2625" b="0">
                <a:solidFill>
                  <a:srgbClr val="A4E4BC"/>
                </a:solidFill>
              </a:defRPr>
            </a:lvl7pPr>
            <a:lvl8pPr>
              <a:buNone/>
              <a:defRPr sz="2625" b="0">
                <a:solidFill>
                  <a:srgbClr val="A4E4BC"/>
                </a:solidFill>
              </a:defRPr>
            </a:lvl8pPr>
            <a:lvl9pPr>
              <a:buNone/>
              <a:defRPr sz="2625" b="0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625" b="0">
                <a:solidFill>
                  <a:srgbClr val="A4E4BC"/>
                </a:solidFill>
              </a:defRPr>
            </a:pPr>
            <a:r>
              <a:rPr sz="2625" b="0">
                <a:solidFill>
                  <a:srgbClr val="A4E4BC"/>
                </a:solidFill>
              </a:rPr>
              <a:t>A controlled route from requirements</a:t>
            </a:r>
          </a:p>
          <a:p xmlns:a="http://schemas.openxmlformats.org/drawingml/2006/main">
            <a:pPr>
              <a:buNone/>
              <a:defRPr sz="2625" b="0">
                <a:solidFill>
                  <a:srgbClr val="A4E4BC"/>
                </a:solidFill>
              </a:defRPr>
            </a:pPr>
            <a:r>
              <a:rPr sz="2625" b="0">
                <a:solidFill>
                  <a:srgbClr val="A4E4BC"/>
                </a:solidFill>
              </a:rPr>
              <a:t>to reviewed test evidence.</a:t>
            </a:r>
          </a:p>
        </p:txBody>
      </p:sp>
    </p:spTree>
    <p:extLst>
      <p:ext uri="{BB962C8B-B14F-4D97-AF65-F5344CB8AC3E}">
        <p14:creationId xmlns:p14="http://schemas.microsoft.com/office/powerpoint/2010/main" val="16243355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68047-1194-4CA8-8F37-530A0450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C26B1-6F70-48F4-B969-602D14CD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Requirements need a clear</a:t>
            </a:r>
          </a:p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route into useful tests.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BC4E3-74A1-49CA-94D8-0904C273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75" b="1">
                <a:solidFill>
                  <a:srgbClr val="153143"/>
                </a:solidFill>
              </a:defRPr>
            </a:defPPr>
            <a:lvl1pPr>
              <a:buNone/>
              <a:defRPr sz="3675" b="1">
                <a:solidFill>
                  <a:srgbClr val="153143"/>
                </a:solidFill>
              </a:defRPr>
            </a:lvl1pPr>
            <a:lvl2pPr>
              <a:buNone/>
              <a:defRPr sz="3675" b="1">
                <a:solidFill>
                  <a:srgbClr val="153143"/>
                </a:solidFill>
              </a:defRPr>
            </a:lvl2pPr>
            <a:lvl3pPr>
              <a:buNone/>
              <a:defRPr sz="3675" b="1">
                <a:solidFill>
                  <a:srgbClr val="153143"/>
                </a:solidFill>
              </a:defRPr>
            </a:lvl3pPr>
            <a:lvl4pPr>
              <a:buNone/>
              <a:defRPr sz="3675" b="1">
                <a:solidFill>
                  <a:srgbClr val="153143"/>
                </a:solidFill>
              </a:defRPr>
            </a:lvl4pPr>
            <a:lvl5pPr>
              <a:buNone/>
              <a:defRPr sz="3675" b="1">
                <a:solidFill>
                  <a:srgbClr val="153143"/>
                </a:solidFill>
              </a:defRPr>
            </a:lvl5pPr>
            <a:lvl6pPr>
              <a:buNone/>
              <a:defRPr sz="3675" b="1">
                <a:solidFill>
                  <a:srgbClr val="153143"/>
                </a:solidFill>
              </a:defRPr>
            </a:lvl6pPr>
            <a:lvl7pPr>
              <a:buNone/>
              <a:defRPr sz="3675" b="1">
                <a:solidFill>
                  <a:srgbClr val="153143"/>
                </a:solidFill>
              </a:defRPr>
            </a:lvl7pPr>
            <a:lvl8pPr>
              <a:buNone/>
              <a:defRPr sz="3675" b="1">
                <a:solidFill>
                  <a:srgbClr val="153143"/>
                </a:solidFill>
              </a:defRPr>
            </a:lvl8pPr>
            <a:lvl9pPr>
              <a:buNone/>
              <a:defRPr sz="36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3675" b="1">
                <a:solidFill>
                  <a:srgbClr val="153143"/>
                </a:solidFill>
              </a:defRPr>
            </a:pPr>
            <a:r>
              <a:rPr sz="3675" b="1">
                <a:solidFill>
                  <a:srgbClr val="153143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BC956-B4D6-43C7-8791-72E16CEA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857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53143"/>
                </a:solidFill>
              </a:defRPr>
            </a:defPPr>
            <a:lvl1pPr>
              <a:buNone/>
              <a:defRPr sz="2325" b="1">
                <a:solidFill>
                  <a:srgbClr val="153143"/>
                </a:solidFill>
              </a:defRPr>
            </a:lvl1pPr>
            <a:lvl2pPr>
              <a:buNone/>
              <a:defRPr sz="2325" b="1">
                <a:solidFill>
                  <a:srgbClr val="153143"/>
                </a:solidFill>
              </a:defRPr>
            </a:lvl2pPr>
            <a:lvl3pPr>
              <a:buNone/>
              <a:defRPr sz="2325" b="1">
                <a:solidFill>
                  <a:srgbClr val="153143"/>
                </a:solidFill>
              </a:defRPr>
            </a:lvl3pPr>
            <a:lvl4pPr>
              <a:buNone/>
              <a:defRPr sz="2325" b="1">
                <a:solidFill>
                  <a:srgbClr val="153143"/>
                </a:solidFill>
              </a:defRPr>
            </a:lvl4pPr>
            <a:lvl5pPr>
              <a:buNone/>
              <a:defRPr sz="2325" b="1">
                <a:solidFill>
                  <a:srgbClr val="153143"/>
                </a:solidFill>
              </a:defRPr>
            </a:lvl5pPr>
            <a:lvl6pPr>
              <a:buNone/>
              <a:defRPr sz="2325" b="1">
                <a:solidFill>
                  <a:srgbClr val="153143"/>
                </a:solidFill>
              </a:defRPr>
            </a:lvl6pPr>
            <a:lvl7pPr>
              <a:buNone/>
              <a:defRPr sz="2325" b="1">
                <a:solidFill>
                  <a:srgbClr val="153143"/>
                </a:solidFill>
              </a:defRPr>
            </a:lvl7pPr>
            <a:lvl8pPr>
              <a:buNone/>
              <a:defRPr sz="2325" b="1">
                <a:solidFill>
                  <a:srgbClr val="153143"/>
                </a:solidFill>
              </a:defRPr>
            </a:lvl8pPr>
            <a:lvl9pPr>
              <a:buNone/>
              <a:defRPr sz="232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53143"/>
                </a:solidFill>
              </a:defRPr>
            </a:pPr>
            <a:r>
              <a:rPr sz="2325" b="1">
                <a:solidFill>
                  <a:srgbClr val="153143"/>
                </a:solidFill>
              </a:rPr>
              <a:t>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80AADC-E719-40AF-BFD7-6D0C689B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90900"/>
            <a:ext cx="876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496170"/>
                </a:solidFill>
              </a:defRPr>
            </a:defPPr>
            <a:lvl1pPr>
              <a:buNone/>
              <a:defRPr sz="2025" b="0">
                <a:solidFill>
                  <a:srgbClr val="496170"/>
                </a:solidFill>
              </a:defRPr>
            </a:lvl1pPr>
            <a:lvl2pPr>
              <a:buNone/>
              <a:defRPr sz="2025" b="0">
                <a:solidFill>
                  <a:srgbClr val="496170"/>
                </a:solidFill>
              </a:defRPr>
            </a:lvl2pPr>
            <a:lvl3pPr>
              <a:buNone/>
              <a:defRPr sz="2025" b="0">
                <a:solidFill>
                  <a:srgbClr val="496170"/>
                </a:solidFill>
              </a:defRPr>
            </a:lvl3pPr>
            <a:lvl4pPr>
              <a:buNone/>
              <a:defRPr sz="2025" b="0">
                <a:solidFill>
                  <a:srgbClr val="496170"/>
                </a:solidFill>
              </a:defRPr>
            </a:lvl4pPr>
            <a:lvl5pPr>
              <a:buNone/>
              <a:defRPr sz="2025" b="0">
                <a:solidFill>
                  <a:srgbClr val="496170"/>
                </a:solidFill>
              </a:defRPr>
            </a:lvl5pPr>
            <a:lvl6pPr>
              <a:buNone/>
              <a:defRPr sz="2025" b="0">
                <a:solidFill>
                  <a:srgbClr val="496170"/>
                </a:solidFill>
              </a:defRPr>
            </a:lvl6pPr>
            <a:lvl7pPr>
              <a:buNone/>
              <a:defRPr sz="2025" b="0">
                <a:solidFill>
                  <a:srgbClr val="496170"/>
                </a:solidFill>
              </a:defRPr>
            </a:lvl7pPr>
            <a:lvl8pPr>
              <a:buNone/>
              <a:defRPr sz="2025" b="0">
                <a:solidFill>
                  <a:srgbClr val="496170"/>
                </a:solidFill>
              </a:defRPr>
            </a:lvl8pPr>
            <a:lvl9pPr>
              <a:buNone/>
              <a:defRPr sz="202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496170"/>
                </a:solidFill>
              </a:defRPr>
            </a:pPr>
            <a:r>
              <a:rPr sz="2025" b="0">
                <a:solidFill>
                  <a:srgbClr val="496170"/>
                </a:solidFill>
              </a:rPr>
              <a:t>Expected behavior can be unclear or assumed.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3CD09-542D-4853-8EB2-48DBD0C5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75" b="1">
                <a:solidFill>
                  <a:srgbClr val="153143"/>
                </a:solidFill>
              </a:defRPr>
            </a:defPPr>
            <a:lvl1pPr>
              <a:buNone/>
              <a:defRPr sz="3675" b="1">
                <a:solidFill>
                  <a:srgbClr val="153143"/>
                </a:solidFill>
              </a:defRPr>
            </a:lvl1pPr>
            <a:lvl2pPr>
              <a:buNone/>
              <a:defRPr sz="3675" b="1">
                <a:solidFill>
                  <a:srgbClr val="153143"/>
                </a:solidFill>
              </a:defRPr>
            </a:lvl2pPr>
            <a:lvl3pPr>
              <a:buNone/>
              <a:defRPr sz="3675" b="1">
                <a:solidFill>
                  <a:srgbClr val="153143"/>
                </a:solidFill>
              </a:defRPr>
            </a:lvl3pPr>
            <a:lvl4pPr>
              <a:buNone/>
              <a:defRPr sz="3675" b="1">
                <a:solidFill>
                  <a:srgbClr val="153143"/>
                </a:solidFill>
              </a:defRPr>
            </a:lvl4pPr>
            <a:lvl5pPr>
              <a:buNone/>
              <a:defRPr sz="3675" b="1">
                <a:solidFill>
                  <a:srgbClr val="153143"/>
                </a:solidFill>
              </a:defRPr>
            </a:lvl5pPr>
            <a:lvl6pPr>
              <a:buNone/>
              <a:defRPr sz="3675" b="1">
                <a:solidFill>
                  <a:srgbClr val="153143"/>
                </a:solidFill>
              </a:defRPr>
            </a:lvl6pPr>
            <a:lvl7pPr>
              <a:buNone/>
              <a:defRPr sz="3675" b="1">
                <a:solidFill>
                  <a:srgbClr val="153143"/>
                </a:solidFill>
              </a:defRPr>
            </a:lvl7pPr>
            <a:lvl8pPr>
              <a:buNone/>
              <a:defRPr sz="3675" b="1">
                <a:solidFill>
                  <a:srgbClr val="153143"/>
                </a:solidFill>
              </a:defRPr>
            </a:lvl8pPr>
            <a:lvl9pPr>
              <a:buNone/>
              <a:defRPr sz="36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3675" b="1">
                <a:solidFill>
                  <a:srgbClr val="153143"/>
                </a:solidFill>
              </a:defRPr>
            </a:pPr>
            <a:r>
              <a:rPr sz="3675" b="1">
                <a:solidFill>
                  <a:srgbClr val="153143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83EE2-75AB-408E-BBD3-ED1475EC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10025"/>
            <a:ext cx="857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53143"/>
                </a:solidFill>
              </a:defRPr>
            </a:defPPr>
            <a:lvl1pPr>
              <a:buNone/>
              <a:defRPr sz="2325" b="1">
                <a:solidFill>
                  <a:srgbClr val="153143"/>
                </a:solidFill>
              </a:defRPr>
            </a:lvl1pPr>
            <a:lvl2pPr>
              <a:buNone/>
              <a:defRPr sz="2325" b="1">
                <a:solidFill>
                  <a:srgbClr val="153143"/>
                </a:solidFill>
              </a:defRPr>
            </a:lvl2pPr>
            <a:lvl3pPr>
              <a:buNone/>
              <a:defRPr sz="2325" b="1">
                <a:solidFill>
                  <a:srgbClr val="153143"/>
                </a:solidFill>
              </a:defRPr>
            </a:lvl3pPr>
            <a:lvl4pPr>
              <a:buNone/>
              <a:defRPr sz="2325" b="1">
                <a:solidFill>
                  <a:srgbClr val="153143"/>
                </a:solidFill>
              </a:defRPr>
            </a:lvl4pPr>
            <a:lvl5pPr>
              <a:buNone/>
              <a:defRPr sz="2325" b="1">
                <a:solidFill>
                  <a:srgbClr val="153143"/>
                </a:solidFill>
              </a:defRPr>
            </a:lvl5pPr>
            <a:lvl6pPr>
              <a:buNone/>
              <a:defRPr sz="2325" b="1">
                <a:solidFill>
                  <a:srgbClr val="153143"/>
                </a:solidFill>
              </a:defRPr>
            </a:lvl6pPr>
            <a:lvl7pPr>
              <a:buNone/>
              <a:defRPr sz="2325" b="1">
                <a:solidFill>
                  <a:srgbClr val="153143"/>
                </a:solidFill>
              </a:defRPr>
            </a:lvl7pPr>
            <a:lvl8pPr>
              <a:buNone/>
              <a:defRPr sz="2325" b="1">
                <a:solidFill>
                  <a:srgbClr val="153143"/>
                </a:solidFill>
              </a:defRPr>
            </a:lvl8pPr>
            <a:lvl9pPr>
              <a:buNone/>
              <a:defRPr sz="232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53143"/>
                </a:solidFill>
              </a:defRPr>
            </a:pPr>
            <a:r>
              <a:rPr sz="2325" b="1">
                <a:solidFill>
                  <a:srgbClr val="153143"/>
                </a:solidFill>
              </a:rPr>
              <a:t>Execution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5F04D-C313-45DC-A8A5-381CC299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48175"/>
            <a:ext cx="876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496170"/>
                </a:solidFill>
              </a:defRPr>
            </a:defPPr>
            <a:lvl1pPr>
              <a:buNone/>
              <a:defRPr sz="2025" b="0">
                <a:solidFill>
                  <a:srgbClr val="496170"/>
                </a:solidFill>
              </a:defRPr>
            </a:lvl1pPr>
            <a:lvl2pPr>
              <a:buNone/>
              <a:defRPr sz="2025" b="0">
                <a:solidFill>
                  <a:srgbClr val="496170"/>
                </a:solidFill>
              </a:defRPr>
            </a:lvl2pPr>
            <a:lvl3pPr>
              <a:buNone/>
              <a:defRPr sz="2025" b="0">
                <a:solidFill>
                  <a:srgbClr val="496170"/>
                </a:solidFill>
              </a:defRPr>
            </a:lvl3pPr>
            <a:lvl4pPr>
              <a:buNone/>
              <a:defRPr sz="2025" b="0">
                <a:solidFill>
                  <a:srgbClr val="496170"/>
                </a:solidFill>
              </a:defRPr>
            </a:lvl4pPr>
            <a:lvl5pPr>
              <a:buNone/>
              <a:defRPr sz="2025" b="0">
                <a:solidFill>
                  <a:srgbClr val="496170"/>
                </a:solidFill>
              </a:defRPr>
            </a:lvl5pPr>
            <a:lvl6pPr>
              <a:buNone/>
              <a:defRPr sz="2025" b="0">
                <a:solidFill>
                  <a:srgbClr val="496170"/>
                </a:solidFill>
              </a:defRPr>
            </a:lvl6pPr>
            <a:lvl7pPr>
              <a:buNone/>
              <a:defRPr sz="2025" b="0">
                <a:solidFill>
                  <a:srgbClr val="496170"/>
                </a:solidFill>
              </a:defRPr>
            </a:lvl7pPr>
            <a:lvl8pPr>
              <a:buNone/>
              <a:defRPr sz="2025" b="0">
                <a:solidFill>
                  <a:srgbClr val="496170"/>
                </a:solidFill>
              </a:defRPr>
            </a:lvl8pPr>
            <a:lvl9pPr>
              <a:buNone/>
              <a:defRPr sz="202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496170"/>
                </a:solidFill>
              </a:defRPr>
            </a:pPr>
            <a:r>
              <a:rPr sz="2025" b="0">
                <a:solidFill>
                  <a:srgbClr val="496170"/>
                </a:solidFill>
              </a:rPr>
              <a:t>Candidate tests need review before they run.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68B0B-8BCF-48BE-9597-5BE822EF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75" b="1">
                <a:solidFill>
                  <a:srgbClr val="153143"/>
                </a:solidFill>
              </a:defRPr>
            </a:defPPr>
            <a:lvl1pPr>
              <a:buNone/>
              <a:defRPr sz="3675" b="1">
                <a:solidFill>
                  <a:srgbClr val="153143"/>
                </a:solidFill>
              </a:defRPr>
            </a:lvl1pPr>
            <a:lvl2pPr>
              <a:buNone/>
              <a:defRPr sz="3675" b="1">
                <a:solidFill>
                  <a:srgbClr val="153143"/>
                </a:solidFill>
              </a:defRPr>
            </a:lvl2pPr>
            <a:lvl3pPr>
              <a:buNone/>
              <a:defRPr sz="3675" b="1">
                <a:solidFill>
                  <a:srgbClr val="153143"/>
                </a:solidFill>
              </a:defRPr>
            </a:lvl3pPr>
            <a:lvl4pPr>
              <a:buNone/>
              <a:defRPr sz="3675" b="1">
                <a:solidFill>
                  <a:srgbClr val="153143"/>
                </a:solidFill>
              </a:defRPr>
            </a:lvl4pPr>
            <a:lvl5pPr>
              <a:buNone/>
              <a:defRPr sz="3675" b="1">
                <a:solidFill>
                  <a:srgbClr val="153143"/>
                </a:solidFill>
              </a:defRPr>
            </a:lvl5pPr>
            <a:lvl6pPr>
              <a:buNone/>
              <a:defRPr sz="3675" b="1">
                <a:solidFill>
                  <a:srgbClr val="153143"/>
                </a:solidFill>
              </a:defRPr>
            </a:lvl6pPr>
            <a:lvl7pPr>
              <a:buNone/>
              <a:defRPr sz="3675" b="1">
                <a:solidFill>
                  <a:srgbClr val="153143"/>
                </a:solidFill>
              </a:defRPr>
            </a:lvl7pPr>
            <a:lvl8pPr>
              <a:buNone/>
              <a:defRPr sz="3675" b="1">
                <a:solidFill>
                  <a:srgbClr val="153143"/>
                </a:solidFill>
              </a:defRPr>
            </a:lvl8pPr>
            <a:lvl9pPr>
              <a:buNone/>
              <a:defRPr sz="36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3675" b="1">
                <a:solidFill>
                  <a:srgbClr val="153143"/>
                </a:solidFill>
              </a:defRPr>
            </a:pPr>
            <a:r>
              <a:rPr sz="3675" b="1">
                <a:solidFill>
                  <a:srgbClr val="153143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161FD-1C96-4A60-9741-BC4E88D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67300"/>
            <a:ext cx="857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53143"/>
                </a:solidFill>
              </a:defRPr>
            </a:defPPr>
            <a:lvl1pPr>
              <a:buNone/>
              <a:defRPr sz="2325" b="1">
                <a:solidFill>
                  <a:srgbClr val="153143"/>
                </a:solidFill>
              </a:defRPr>
            </a:lvl1pPr>
            <a:lvl2pPr>
              <a:buNone/>
              <a:defRPr sz="2325" b="1">
                <a:solidFill>
                  <a:srgbClr val="153143"/>
                </a:solidFill>
              </a:defRPr>
            </a:lvl2pPr>
            <a:lvl3pPr>
              <a:buNone/>
              <a:defRPr sz="2325" b="1">
                <a:solidFill>
                  <a:srgbClr val="153143"/>
                </a:solidFill>
              </a:defRPr>
            </a:lvl3pPr>
            <a:lvl4pPr>
              <a:buNone/>
              <a:defRPr sz="2325" b="1">
                <a:solidFill>
                  <a:srgbClr val="153143"/>
                </a:solidFill>
              </a:defRPr>
            </a:lvl4pPr>
            <a:lvl5pPr>
              <a:buNone/>
              <a:defRPr sz="2325" b="1">
                <a:solidFill>
                  <a:srgbClr val="153143"/>
                </a:solidFill>
              </a:defRPr>
            </a:lvl5pPr>
            <a:lvl6pPr>
              <a:buNone/>
              <a:defRPr sz="2325" b="1">
                <a:solidFill>
                  <a:srgbClr val="153143"/>
                </a:solidFill>
              </a:defRPr>
            </a:lvl6pPr>
            <a:lvl7pPr>
              <a:buNone/>
              <a:defRPr sz="2325" b="1">
                <a:solidFill>
                  <a:srgbClr val="153143"/>
                </a:solidFill>
              </a:defRPr>
            </a:lvl7pPr>
            <a:lvl8pPr>
              <a:buNone/>
              <a:defRPr sz="2325" b="1">
                <a:solidFill>
                  <a:srgbClr val="153143"/>
                </a:solidFill>
              </a:defRPr>
            </a:lvl8pPr>
            <a:lvl9pPr>
              <a:buNone/>
              <a:defRPr sz="232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53143"/>
                </a:solidFill>
              </a:defRPr>
            </a:pPr>
            <a:r>
              <a:rPr sz="2325" b="1">
                <a:solidFill>
                  <a:srgbClr val="153143"/>
                </a:solidFill>
              </a:rPr>
              <a:t>Investigation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534D5-57F6-46C8-8D82-8AF589C0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505450"/>
            <a:ext cx="876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496170"/>
                </a:solidFill>
              </a:defRPr>
            </a:defPPr>
            <a:lvl1pPr>
              <a:buNone/>
              <a:defRPr sz="2025" b="0">
                <a:solidFill>
                  <a:srgbClr val="496170"/>
                </a:solidFill>
              </a:defRPr>
            </a:lvl1pPr>
            <a:lvl2pPr>
              <a:buNone/>
              <a:defRPr sz="2025" b="0">
                <a:solidFill>
                  <a:srgbClr val="496170"/>
                </a:solidFill>
              </a:defRPr>
            </a:lvl2pPr>
            <a:lvl3pPr>
              <a:buNone/>
              <a:defRPr sz="2025" b="0">
                <a:solidFill>
                  <a:srgbClr val="496170"/>
                </a:solidFill>
              </a:defRPr>
            </a:lvl3pPr>
            <a:lvl4pPr>
              <a:buNone/>
              <a:defRPr sz="2025" b="0">
                <a:solidFill>
                  <a:srgbClr val="496170"/>
                </a:solidFill>
              </a:defRPr>
            </a:lvl4pPr>
            <a:lvl5pPr>
              <a:buNone/>
              <a:defRPr sz="2025" b="0">
                <a:solidFill>
                  <a:srgbClr val="496170"/>
                </a:solidFill>
              </a:defRPr>
            </a:lvl5pPr>
            <a:lvl6pPr>
              <a:buNone/>
              <a:defRPr sz="2025" b="0">
                <a:solidFill>
                  <a:srgbClr val="496170"/>
                </a:solidFill>
              </a:defRPr>
            </a:lvl6pPr>
            <a:lvl7pPr>
              <a:buNone/>
              <a:defRPr sz="2025" b="0">
                <a:solidFill>
                  <a:srgbClr val="496170"/>
                </a:solidFill>
              </a:defRPr>
            </a:lvl7pPr>
            <a:lvl8pPr>
              <a:buNone/>
              <a:defRPr sz="2025" b="0">
                <a:solidFill>
                  <a:srgbClr val="496170"/>
                </a:solidFill>
              </a:defRPr>
            </a:lvl8pPr>
            <a:lvl9pPr>
              <a:buNone/>
              <a:defRPr sz="202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496170"/>
                </a:solidFill>
              </a:defRPr>
            </a:pPr>
            <a:r>
              <a:rPr sz="2025" b="0">
                <a:solidFill>
                  <a:srgbClr val="496170"/>
                </a:solidFill>
              </a:rPr>
              <a:t>A failure needs evidence before a defect decision.</a:t>
            </a:r>
          </a:p>
        </p:txBody>
      </p:sp>
    </p:spTree>
    <p:extLst>
      <p:ext uri="{BB962C8B-B14F-4D97-AF65-F5344CB8AC3E}">
        <p14:creationId xmlns:p14="http://schemas.microsoft.com/office/powerpoint/2010/main" val="12784098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423B7-9509-4DC3-8E6F-8143BC4D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THE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3E544-84CD-44F7-8B79-42639458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Review stays part of the process.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74099-7F6F-400F-915B-BFAA6257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90775"/>
            <a:ext cx="80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A4E4BC"/>
                </a:solidFill>
              </a:defRPr>
            </a:defPPr>
            <a:lvl1pPr>
              <a:buNone/>
              <a:defRPr sz="2325" b="1">
                <a:solidFill>
                  <a:srgbClr val="A4E4BC"/>
                </a:solidFill>
              </a:defRPr>
            </a:lvl1pPr>
            <a:lvl2pPr>
              <a:buNone/>
              <a:defRPr sz="2325" b="1">
                <a:solidFill>
                  <a:srgbClr val="A4E4BC"/>
                </a:solidFill>
              </a:defRPr>
            </a:lvl2pPr>
            <a:lvl3pPr>
              <a:buNone/>
              <a:defRPr sz="2325" b="1">
                <a:solidFill>
                  <a:srgbClr val="A4E4BC"/>
                </a:solidFill>
              </a:defRPr>
            </a:lvl3pPr>
            <a:lvl4pPr>
              <a:buNone/>
              <a:defRPr sz="2325" b="1">
                <a:solidFill>
                  <a:srgbClr val="A4E4BC"/>
                </a:solidFill>
              </a:defRPr>
            </a:lvl4pPr>
            <a:lvl5pPr>
              <a:buNone/>
              <a:defRPr sz="2325" b="1">
                <a:solidFill>
                  <a:srgbClr val="A4E4BC"/>
                </a:solidFill>
              </a:defRPr>
            </a:lvl5pPr>
            <a:lvl6pPr>
              <a:buNone/>
              <a:defRPr sz="2325" b="1">
                <a:solidFill>
                  <a:srgbClr val="A4E4BC"/>
                </a:solidFill>
              </a:defRPr>
            </a:lvl6pPr>
            <a:lvl7pPr>
              <a:buNone/>
              <a:defRPr sz="2325" b="1">
                <a:solidFill>
                  <a:srgbClr val="A4E4BC"/>
                </a:solidFill>
              </a:defRPr>
            </a:lvl7pPr>
            <a:lvl8pPr>
              <a:buNone/>
              <a:defRPr sz="2325" b="1">
                <a:solidFill>
                  <a:srgbClr val="A4E4BC"/>
                </a:solidFill>
              </a:defRPr>
            </a:lvl8pPr>
            <a:lvl9pPr>
              <a:buNone/>
              <a:defRPr sz="232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A4E4BC"/>
                </a:solidFill>
              </a:defRPr>
            </a:pPr>
            <a:r>
              <a:rPr sz="2325" b="1">
                <a:solidFill>
                  <a:srgbClr val="A4E4BC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92337-983F-4B01-9478-8EA9B710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F5F1E8"/>
                </a:solidFill>
              </a:defRPr>
            </a:defPPr>
            <a:lvl1pPr>
              <a:buNone/>
              <a:defRPr sz="2475" b="1">
                <a:solidFill>
                  <a:srgbClr val="F5F1E8"/>
                </a:solidFill>
              </a:defRPr>
            </a:lvl1pPr>
            <a:lvl2pPr>
              <a:buNone/>
              <a:defRPr sz="2475" b="1">
                <a:solidFill>
                  <a:srgbClr val="F5F1E8"/>
                </a:solidFill>
              </a:defRPr>
            </a:lvl2pPr>
            <a:lvl3pPr>
              <a:buNone/>
              <a:defRPr sz="2475" b="1">
                <a:solidFill>
                  <a:srgbClr val="F5F1E8"/>
                </a:solidFill>
              </a:defRPr>
            </a:lvl3pPr>
            <a:lvl4pPr>
              <a:buNone/>
              <a:defRPr sz="2475" b="1">
                <a:solidFill>
                  <a:srgbClr val="F5F1E8"/>
                </a:solidFill>
              </a:defRPr>
            </a:lvl4pPr>
            <a:lvl5pPr>
              <a:buNone/>
              <a:defRPr sz="2475" b="1">
                <a:solidFill>
                  <a:srgbClr val="F5F1E8"/>
                </a:solidFill>
              </a:defRPr>
            </a:lvl5pPr>
            <a:lvl6pPr>
              <a:buNone/>
              <a:defRPr sz="2475" b="1">
                <a:solidFill>
                  <a:srgbClr val="F5F1E8"/>
                </a:solidFill>
              </a:defRPr>
            </a:lvl6pPr>
            <a:lvl7pPr>
              <a:buNone/>
              <a:defRPr sz="2475" b="1">
                <a:solidFill>
                  <a:srgbClr val="F5F1E8"/>
                </a:solidFill>
              </a:defRPr>
            </a:lvl7pPr>
            <a:lvl8pPr>
              <a:buNone/>
              <a:defRPr sz="2475" b="1">
                <a:solidFill>
                  <a:srgbClr val="F5F1E8"/>
                </a:solidFill>
              </a:defRPr>
            </a:lvl8pPr>
            <a:lvl9pPr>
              <a:buNone/>
              <a:defRPr sz="247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F5F1E8"/>
                </a:solidFill>
              </a:defRPr>
            </a:pPr>
            <a:r>
              <a:rPr sz="2475" b="1">
                <a:solidFill>
                  <a:srgbClr val="F5F1E8"/>
                </a:solidFill>
              </a:rPr>
              <a:t>Connect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975DF-BDA9-4B1D-9CB6-EE59DB08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428875"/>
            <a:ext cx="698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F5F1E8"/>
                </a:solidFill>
              </a:defRPr>
            </a:defPPr>
            <a:lvl1pPr>
              <a:buNone/>
              <a:defRPr sz="2175" b="0">
                <a:solidFill>
                  <a:srgbClr val="F5F1E8"/>
                </a:solidFill>
              </a:defRPr>
            </a:lvl1pPr>
            <a:lvl2pPr>
              <a:buNone/>
              <a:defRPr sz="2175" b="0">
                <a:solidFill>
                  <a:srgbClr val="F5F1E8"/>
                </a:solidFill>
              </a:defRPr>
            </a:lvl2pPr>
            <a:lvl3pPr>
              <a:buNone/>
              <a:defRPr sz="2175" b="0">
                <a:solidFill>
                  <a:srgbClr val="F5F1E8"/>
                </a:solidFill>
              </a:defRPr>
            </a:lvl3pPr>
            <a:lvl4pPr>
              <a:buNone/>
              <a:defRPr sz="2175" b="0">
                <a:solidFill>
                  <a:srgbClr val="F5F1E8"/>
                </a:solidFill>
              </a:defRPr>
            </a:lvl4pPr>
            <a:lvl5pPr>
              <a:buNone/>
              <a:defRPr sz="2175" b="0">
                <a:solidFill>
                  <a:srgbClr val="F5F1E8"/>
                </a:solidFill>
              </a:defRPr>
            </a:lvl5pPr>
            <a:lvl6pPr>
              <a:buNone/>
              <a:defRPr sz="2175" b="0">
                <a:solidFill>
                  <a:srgbClr val="F5F1E8"/>
                </a:solidFill>
              </a:defRPr>
            </a:lvl6pPr>
            <a:lvl7pPr>
              <a:buNone/>
              <a:defRPr sz="2175" b="0">
                <a:solidFill>
                  <a:srgbClr val="F5F1E8"/>
                </a:solidFill>
              </a:defRPr>
            </a:lvl7pPr>
            <a:lvl8pPr>
              <a:buNone/>
              <a:defRPr sz="2175" b="0">
                <a:solidFill>
                  <a:srgbClr val="F5F1E8"/>
                </a:solidFill>
              </a:defRPr>
            </a:lvl8pPr>
            <a:lvl9pPr>
              <a:buNone/>
              <a:defRPr sz="21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F5F1E8"/>
                </a:solidFill>
              </a:defRPr>
            </a:pPr>
            <a:r>
              <a:rPr sz="2175" b="0">
                <a:solidFill>
                  <a:srgbClr val="F5F1E8"/>
                </a:solidFill>
              </a:rPr>
              <a:t>Snapshot the authorized source folder.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8CC92-9AD6-4C3E-8266-3CCF7DD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80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A4E4BC"/>
                </a:solidFill>
              </a:defRPr>
            </a:defPPr>
            <a:lvl1pPr>
              <a:buNone/>
              <a:defRPr sz="2325" b="1">
                <a:solidFill>
                  <a:srgbClr val="A4E4BC"/>
                </a:solidFill>
              </a:defRPr>
            </a:lvl1pPr>
            <a:lvl2pPr>
              <a:buNone/>
              <a:defRPr sz="2325" b="1">
                <a:solidFill>
                  <a:srgbClr val="A4E4BC"/>
                </a:solidFill>
              </a:defRPr>
            </a:lvl2pPr>
            <a:lvl3pPr>
              <a:buNone/>
              <a:defRPr sz="2325" b="1">
                <a:solidFill>
                  <a:srgbClr val="A4E4BC"/>
                </a:solidFill>
              </a:defRPr>
            </a:lvl3pPr>
            <a:lvl4pPr>
              <a:buNone/>
              <a:defRPr sz="2325" b="1">
                <a:solidFill>
                  <a:srgbClr val="A4E4BC"/>
                </a:solidFill>
              </a:defRPr>
            </a:lvl4pPr>
            <a:lvl5pPr>
              <a:buNone/>
              <a:defRPr sz="2325" b="1">
                <a:solidFill>
                  <a:srgbClr val="A4E4BC"/>
                </a:solidFill>
              </a:defRPr>
            </a:lvl5pPr>
            <a:lvl6pPr>
              <a:buNone/>
              <a:defRPr sz="2325" b="1">
                <a:solidFill>
                  <a:srgbClr val="A4E4BC"/>
                </a:solidFill>
              </a:defRPr>
            </a:lvl6pPr>
            <a:lvl7pPr>
              <a:buNone/>
              <a:defRPr sz="2325" b="1">
                <a:solidFill>
                  <a:srgbClr val="A4E4BC"/>
                </a:solidFill>
              </a:defRPr>
            </a:lvl7pPr>
            <a:lvl8pPr>
              <a:buNone/>
              <a:defRPr sz="2325" b="1">
                <a:solidFill>
                  <a:srgbClr val="A4E4BC"/>
                </a:solidFill>
              </a:defRPr>
            </a:lvl8pPr>
            <a:lvl9pPr>
              <a:buNone/>
              <a:defRPr sz="232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A4E4BC"/>
                </a:solidFill>
              </a:defRPr>
            </a:pPr>
            <a:r>
              <a:rPr sz="2325" b="1">
                <a:solidFill>
                  <a:srgbClr val="A4E4BC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269B9-D849-40C7-9AF8-65162849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33725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F5F1E8"/>
                </a:solidFill>
              </a:defRPr>
            </a:defPPr>
            <a:lvl1pPr>
              <a:buNone/>
              <a:defRPr sz="2475" b="1">
                <a:solidFill>
                  <a:srgbClr val="F5F1E8"/>
                </a:solidFill>
              </a:defRPr>
            </a:lvl1pPr>
            <a:lvl2pPr>
              <a:buNone/>
              <a:defRPr sz="2475" b="1">
                <a:solidFill>
                  <a:srgbClr val="F5F1E8"/>
                </a:solidFill>
              </a:defRPr>
            </a:lvl2pPr>
            <a:lvl3pPr>
              <a:buNone/>
              <a:defRPr sz="2475" b="1">
                <a:solidFill>
                  <a:srgbClr val="F5F1E8"/>
                </a:solidFill>
              </a:defRPr>
            </a:lvl3pPr>
            <a:lvl4pPr>
              <a:buNone/>
              <a:defRPr sz="2475" b="1">
                <a:solidFill>
                  <a:srgbClr val="F5F1E8"/>
                </a:solidFill>
              </a:defRPr>
            </a:lvl4pPr>
            <a:lvl5pPr>
              <a:buNone/>
              <a:defRPr sz="2475" b="1">
                <a:solidFill>
                  <a:srgbClr val="F5F1E8"/>
                </a:solidFill>
              </a:defRPr>
            </a:lvl5pPr>
            <a:lvl6pPr>
              <a:buNone/>
              <a:defRPr sz="2475" b="1">
                <a:solidFill>
                  <a:srgbClr val="F5F1E8"/>
                </a:solidFill>
              </a:defRPr>
            </a:lvl6pPr>
            <a:lvl7pPr>
              <a:buNone/>
              <a:defRPr sz="2475" b="1">
                <a:solidFill>
                  <a:srgbClr val="F5F1E8"/>
                </a:solidFill>
              </a:defRPr>
            </a:lvl7pPr>
            <a:lvl8pPr>
              <a:buNone/>
              <a:defRPr sz="2475" b="1">
                <a:solidFill>
                  <a:srgbClr val="F5F1E8"/>
                </a:solidFill>
              </a:defRPr>
            </a:lvl8pPr>
            <a:lvl9pPr>
              <a:buNone/>
              <a:defRPr sz="247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F5F1E8"/>
                </a:solidFill>
              </a:defRPr>
            </a:pPr>
            <a:r>
              <a:rPr sz="2475" b="1">
                <a:solidFill>
                  <a:srgbClr val="F5F1E8"/>
                </a:solidFill>
              </a:rPr>
              <a:t>Specify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2299B-7A8D-4E7A-BFB7-3F4A87C8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171825"/>
            <a:ext cx="698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F5F1E8"/>
                </a:solidFill>
              </a:defRPr>
            </a:defPPr>
            <a:lvl1pPr>
              <a:buNone/>
              <a:defRPr sz="2175" b="0">
                <a:solidFill>
                  <a:srgbClr val="F5F1E8"/>
                </a:solidFill>
              </a:defRPr>
            </a:lvl1pPr>
            <a:lvl2pPr>
              <a:buNone/>
              <a:defRPr sz="2175" b="0">
                <a:solidFill>
                  <a:srgbClr val="F5F1E8"/>
                </a:solidFill>
              </a:defRPr>
            </a:lvl2pPr>
            <a:lvl3pPr>
              <a:buNone/>
              <a:defRPr sz="2175" b="0">
                <a:solidFill>
                  <a:srgbClr val="F5F1E8"/>
                </a:solidFill>
              </a:defRPr>
            </a:lvl3pPr>
            <a:lvl4pPr>
              <a:buNone/>
              <a:defRPr sz="2175" b="0">
                <a:solidFill>
                  <a:srgbClr val="F5F1E8"/>
                </a:solidFill>
              </a:defRPr>
            </a:lvl4pPr>
            <a:lvl5pPr>
              <a:buNone/>
              <a:defRPr sz="2175" b="0">
                <a:solidFill>
                  <a:srgbClr val="F5F1E8"/>
                </a:solidFill>
              </a:defRPr>
            </a:lvl5pPr>
            <a:lvl6pPr>
              <a:buNone/>
              <a:defRPr sz="2175" b="0">
                <a:solidFill>
                  <a:srgbClr val="F5F1E8"/>
                </a:solidFill>
              </a:defRPr>
            </a:lvl6pPr>
            <a:lvl7pPr>
              <a:buNone/>
              <a:defRPr sz="2175" b="0">
                <a:solidFill>
                  <a:srgbClr val="F5F1E8"/>
                </a:solidFill>
              </a:defRPr>
            </a:lvl7pPr>
            <a:lvl8pPr>
              <a:buNone/>
              <a:defRPr sz="2175" b="0">
                <a:solidFill>
                  <a:srgbClr val="F5F1E8"/>
                </a:solidFill>
              </a:defRPr>
            </a:lvl8pPr>
            <a:lvl9pPr>
              <a:buNone/>
              <a:defRPr sz="21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F5F1E8"/>
                </a:solidFill>
              </a:defRPr>
            </a:pPr>
            <a:r>
              <a:rPr sz="2175" b="0">
                <a:solidFill>
                  <a:srgbClr val="F5F1E8"/>
                </a:solidFill>
              </a:rPr>
              <a:t>Add requirements with identifiable records.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36B19-1723-46FE-A579-8A1D288E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80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A4E4BC"/>
                </a:solidFill>
              </a:defRPr>
            </a:defPPr>
            <a:lvl1pPr>
              <a:buNone/>
              <a:defRPr sz="2325" b="1">
                <a:solidFill>
                  <a:srgbClr val="A4E4BC"/>
                </a:solidFill>
              </a:defRPr>
            </a:lvl1pPr>
            <a:lvl2pPr>
              <a:buNone/>
              <a:defRPr sz="2325" b="1">
                <a:solidFill>
                  <a:srgbClr val="A4E4BC"/>
                </a:solidFill>
              </a:defRPr>
            </a:lvl2pPr>
            <a:lvl3pPr>
              <a:buNone/>
              <a:defRPr sz="2325" b="1">
                <a:solidFill>
                  <a:srgbClr val="A4E4BC"/>
                </a:solidFill>
              </a:defRPr>
            </a:lvl3pPr>
            <a:lvl4pPr>
              <a:buNone/>
              <a:defRPr sz="2325" b="1">
                <a:solidFill>
                  <a:srgbClr val="A4E4BC"/>
                </a:solidFill>
              </a:defRPr>
            </a:lvl4pPr>
            <a:lvl5pPr>
              <a:buNone/>
              <a:defRPr sz="2325" b="1">
                <a:solidFill>
                  <a:srgbClr val="A4E4BC"/>
                </a:solidFill>
              </a:defRPr>
            </a:lvl5pPr>
            <a:lvl6pPr>
              <a:buNone/>
              <a:defRPr sz="2325" b="1">
                <a:solidFill>
                  <a:srgbClr val="A4E4BC"/>
                </a:solidFill>
              </a:defRPr>
            </a:lvl6pPr>
            <a:lvl7pPr>
              <a:buNone/>
              <a:defRPr sz="2325" b="1">
                <a:solidFill>
                  <a:srgbClr val="A4E4BC"/>
                </a:solidFill>
              </a:defRPr>
            </a:lvl7pPr>
            <a:lvl8pPr>
              <a:buNone/>
              <a:defRPr sz="2325" b="1">
                <a:solidFill>
                  <a:srgbClr val="A4E4BC"/>
                </a:solidFill>
              </a:defRPr>
            </a:lvl8pPr>
            <a:lvl9pPr>
              <a:buNone/>
              <a:defRPr sz="232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A4E4BC"/>
                </a:solidFill>
              </a:defRPr>
            </a:pPr>
            <a:r>
              <a:rPr sz="2325" b="1">
                <a:solidFill>
                  <a:srgbClr val="A4E4BC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AC28D-4A89-4280-9246-00DFCE5B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76675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F5F1E8"/>
                </a:solidFill>
              </a:defRPr>
            </a:defPPr>
            <a:lvl1pPr>
              <a:buNone/>
              <a:defRPr sz="2475" b="1">
                <a:solidFill>
                  <a:srgbClr val="F5F1E8"/>
                </a:solidFill>
              </a:defRPr>
            </a:lvl1pPr>
            <a:lvl2pPr>
              <a:buNone/>
              <a:defRPr sz="2475" b="1">
                <a:solidFill>
                  <a:srgbClr val="F5F1E8"/>
                </a:solidFill>
              </a:defRPr>
            </a:lvl2pPr>
            <a:lvl3pPr>
              <a:buNone/>
              <a:defRPr sz="2475" b="1">
                <a:solidFill>
                  <a:srgbClr val="F5F1E8"/>
                </a:solidFill>
              </a:defRPr>
            </a:lvl3pPr>
            <a:lvl4pPr>
              <a:buNone/>
              <a:defRPr sz="2475" b="1">
                <a:solidFill>
                  <a:srgbClr val="F5F1E8"/>
                </a:solidFill>
              </a:defRPr>
            </a:lvl4pPr>
            <a:lvl5pPr>
              <a:buNone/>
              <a:defRPr sz="2475" b="1">
                <a:solidFill>
                  <a:srgbClr val="F5F1E8"/>
                </a:solidFill>
              </a:defRPr>
            </a:lvl5pPr>
            <a:lvl6pPr>
              <a:buNone/>
              <a:defRPr sz="2475" b="1">
                <a:solidFill>
                  <a:srgbClr val="F5F1E8"/>
                </a:solidFill>
              </a:defRPr>
            </a:lvl6pPr>
            <a:lvl7pPr>
              <a:buNone/>
              <a:defRPr sz="2475" b="1">
                <a:solidFill>
                  <a:srgbClr val="F5F1E8"/>
                </a:solidFill>
              </a:defRPr>
            </a:lvl7pPr>
            <a:lvl8pPr>
              <a:buNone/>
              <a:defRPr sz="2475" b="1">
                <a:solidFill>
                  <a:srgbClr val="F5F1E8"/>
                </a:solidFill>
              </a:defRPr>
            </a:lvl8pPr>
            <a:lvl9pPr>
              <a:buNone/>
              <a:defRPr sz="247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F5F1E8"/>
                </a:solidFill>
              </a:defRPr>
            </a:pPr>
            <a:r>
              <a:rPr sz="2475" b="1">
                <a:solidFill>
                  <a:srgbClr val="F5F1E8"/>
                </a:solidFill>
              </a:rPr>
              <a:t>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7A7B5-511D-43B7-BA5E-B71B1969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14775"/>
            <a:ext cx="698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F5F1E8"/>
                </a:solidFill>
              </a:defRPr>
            </a:defPPr>
            <a:lvl1pPr>
              <a:buNone/>
              <a:defRPr sz="2175" b="0">
                <a:solidFill>
                  <a:srgbClr val="F5F1E8"/>
                </a:solidFill>
              </a:defRPr>
            </a:lvl1pPr>
            <a:lvl2pPr>
              <a:buNone/>
              <a:defRPr sz="2175" b="0">
                <a:solidFill>
                  <a:srgbClr val="F5F1E8"/>
                </a:solidFill>
              </a:defRPr>
            </a:lvl2pPr>
            <a:lvl3pPr>
              <a:buNone/>
              <a:defRPr sz="2175" b="0">
                <a:solidFill>
                  <a:srgbClr val="F5F1E8"/>
                </a:solidFill>
              </a:defRPr>
            </a:lvl3pPr>
            <a:lvl4pPr>
              <a:buNone/>
              <a:defRPr sz="2175" b="0">
                <a:solidFill>
                  <a:srgbClr val="F5F1E8"/>
                </a:solidFill>
              </a:defRPr>
            </a:lvl4pPr>
            <a:lvl5pPr>
              <a:buNone/>
              <a:defRPr sz="2175" b="0">
                <a:solidFill>
                  <a:srgbClr val="F5F1E8"/>
                </a:solidFill>
              </a:defRPr>
            </a:lvl5pPr>
            <a:lvl6pPr>
              <a:buNone/>
              <a:defRPr sz="2175" b="0">
                <a:solidFill>
                  <a:srgbClr val="F5F1E8"/>
                </a:solidFill>
              </a:defRPr>
            </a:lvl6pPr>
            <a:lvl7pPr>
              <a:buNone/>
              <a:defRPr sz="2175" b="0">
                <a:solidFill>
                  <a:srgbClr val="F5F1E8"/>
                </a:solidFill>
              </a:defRPr>
            </a:lvl7pPr>
            <a:lvl8pPr>
              <a:buNone/>
              <a:defRPr sz="2175" b="0">
                <a:solidFill>
                  <a:srgbClr val="F5F1E8"/>
                </a:solidFill>
              </a:defRPr>
            </a:lvl8pPr>
            <a:lvl9pPr>
              <a:buNone/>
              <a:defRPr sz="21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F5F1E8"/>
                </a:solidFill>
              </a:defRPr>
            </a:pPr>
            <a:r>
              <a:rPr sz="2175" b="0">
                <a:solidFill>
                  <a:srgbClr val="F5F1E8"/>
                </a:solidFill>
              </a:rPr>
              <a:t>Inspect proposed tests and generated code.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468506-18F3-4580-807D-806CD535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80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A4E4BC"/>
                </a:solidFill>
              </a:defRPr>
            </a:defPPr>
            <a:lvl1pPr>
              <a:buNone/>
              <a:defRPr sz="2325" b="1">
                <a:solidFill>
                  <a:srgbClr val="A4E4BC"/>
                </a:solidFill>
              </a:defRPr>
            </a:lvl1pPr>
            <a:lvl2pPr>
              <a:buNone/>
              <a:defRPr sz="2325" b="1">
                <a:solidFill>
                  <a:srgbClr val="A4E4BC"/>
                </a:solidFill>
              </a:defRPr>
            </a:lvl2pPr>
            <a:lvl3pPr>
              <a:buNone/>
              <a:defRPr sz="2325" b="1">
                <a:solidFill>
                  <a:srgbClr val="A4E4BC"/>
                </a:solidFill>
              </a:defRPr>
            </a:lvl3pPr>
            <a:lvl4pPr>
              <a:buNone/>
              <a:defRPr sz="2325" b="1">
                <a:solidFill>
                  <a:srgbClr val="A4E4BC"/>
                </a:solidFill>
              </a:defRPr>
            </a:lvl4pPr>
            <a:lvl5pPr>
              <a:buNone/>
              <a:defRPr sz="2325" b="1">
                <a:solidFill>
                  <a:srgbClr val="A4E4BC"/>
                </a:solidFill>
              </a:defRPr>
            </a:lvl5pPr>
            <a:lvl6pPr>
              <a:buNone/>
              <a:defRPr sz="2325" b="1">
                <a:solidFill>
                  <a:srgbClr val="A4E4BC"/>
                </a:solidFill>
              </a:defRPr>
            </a:lvl6pPr>
            <a:lvl7pPr>
              <a:buNone/>
              <a:defRPr sz="2325" b="1">
                <a:solidFill>
                  <a:srgbClr val="A4E4BC"/>
                </a:solidFill>
              </a:defRPr>
            </a:lvl7pPr>
            <a:lvl8pPr>
              <a:buNone/>
              <a:defRPr sz="2325" b="1">
                <a:solidFill>
                  <a:srgbClr val="A4E4BC"/>
                </a:solidFill>
              </a:defRPr>
            </a:lvl8pPr>
            <a:lvl9pPr>
              <a:buNone/>
              <a:defRPr sz="232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A4E4BC"/>
                </a:solidFill>
              </a:defRPr>
            </a:pPr>
            <a:r>
              <a:rPr sz="2325" b="1">
                <a:solidFill>
                  <a:srgbClr val="A4E4B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0AB7B-5CDE-4B34-9682-3D430FEA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19625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F5F1E8"/>
                </a:solidFill>
              </a:defRPr>
            </a:defPPr>
            <a:lvl1pPr>
              <a:buNone/>
              <a:defRPr sz="2475" b="1">
                <a:solidFill>
                  <a:srgbClr val="F5F1E8"/>
                </a:solidFill>
              </a:defRPr>
            </a:lvl1pPr>
            <a:lvl2pPr>
              <a:buNone/>
              <a:defRPr sz="2475" b="1">
                <a:solidFill>
                  <a:srgbClr val="F5F1E8"/>
                </a:solidFill>
              </a:defRPr>
            </a:lvl2pPr>
            <a:lvl3pPr>
              <a:buNone/>
              <a:defRPr sz="2475" b="1">
                <a:solidFill>
                  <a:srgbClr val="F5F1E8"/>
                </a:solidFill>
              </a:defRPr>
            </a:lvl3pPr>
            <a:lvl4pPr>
              <a:buNone/>
              <a:defRPr sz="2475" b="1">
                <a:solidFill>
                  <a:srgbClr val="F5F1E8"/>
                </a:solidFill>
              </a:defRPr>
            </a:lvl4pPr>
            <a:lvl5pPr>
              <a:buNone/>
              <a:defRPr sz="2475" b="1">
                <a:solidFill>
                  <a:srgbClr val="F5F1E8"/>
                </a:solidFill>
              </a:defRPr>
            </a:lvl5pPr>
            <a:lvl6pPr>
              <a:buNone/>
              <a:defRPr sz="2475" b="1">
                <a:solidFill>
                  <a:srgbClr val="F5F1E8"/>
                </a:solidFill>
              </a:defRPr>
            </a:lvl6pPr>
            <a:lvl7pPr>
              <a:buNone/>
              <a:defRPr sz="2475" b="1">
                <a:solidFill>
                  <a:srgbClr val="F5F1E8"/>
                </a:solidFill>
              </a:defRPr>
            </a:lvl7pPr>
            <a:lvl8pPr>
              <a:buNone/>
              <a:defRPr sz="2475" b="1">
                <a:solidFill>
                  <a:srgbClr val="F5F1E8"/>
                </a:solidFill>
              </a:defRPr>
            </a:lvl8pPr>
            <a:lvl9pPr>
              <a:buNone/>
              <a:defRPr sz="247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F5F1E8"/>
                </a:solidFill>
              </a:defRPr>
            </a:pPr>
            <a:r>
              <a:rPr sz="2475" b="1">
                <a:solidFill>
                  <a:srgbClr val="F5F1E8"/>
                </a:solidFill>
              </a:rPr>
              <a:t>Run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D2B3A-663F-4D39-8028-C3012AD8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57725"/>
            <a:ext cx="698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F5F1E8"/>
                </a:solidFill>
              </a:defRPr>
            </a:defPPr>
            <a:lvl1pPr>
              <a:buNone/>
              <a:defRPr sz="2175" b="0">
                <a:solidFill>
                  <a:srgbClr val="F5F1E8"/>
                </a:solidFill>
              </a:defRPr>
            </a:lvl1pPr>
            <a:lvl2pPr>
              <a:buNone/>
              <a:defRPr sz="2175" b="0">
                <a:solidFill>
                  <a:srgbClr val="F5F1E8"/>
                </a:solidFill>
              </a:defRPr>
            </a:lvl2pPr>
            <a:lvl3pPr>
              <a:buNone/>
              <a:defRPr sz="2175" b="0">
                <a:solidFill>
                  <a:srgbClr val="F5F1E8"/>
                </a:solidFill>
              </a:defRPr>
            </a:lvl3pPr>
            <a:lvl4pPr>
              <a:buNone/>
              <a:defRPr sz="2175" b="0">
                <a:solidFill>
                  <a:srgbClr val="F5F1E8"/>
                </a:solidFill>
              </a:defRPr>
            </a:lvl4pPr>
            <a:lvl5pPr>
              <a:buNone/>
              <a:defRPr sz="2175" b="0">
                <a:solidFill>
                  <a:srgbClr val="F5F1E8"/>
                </a:solidFill>
              </a:defRPr>
            </a:lvl5pPr>
            <a:lvl6pPr>
              <a:buNone/>
              <a:defRPr sz="2175" b="0">
                <a:solidFill>
                  <a:srgbClr val="F5F1E8"/>
                </a:solidFill>
              </a:defRPr>
            </a:lvl6pPr>
            <a:lvl7pPr>
              <a:buNone/>
              <a:defRPr sz="2175" b="0">
                <a:solidFill>
                  <a:srgbClr val="F5F1E8"/>
                </a:solidFill>
              </a:defRPr>
            </a:lvl7pPr>
            <a:lvl8pPr>
              <a:buNone/>
              <a:defRPr sz="2175" b="0">
                <a:solidFill>
                  <a:srgbClr val="F5F1E8"/>
                </a:solidFill>
              </a:defRPr>
            </a:lvl8pPr>
            <a:lvl9pPr>
              <a:buNone/>
              <a:defRPr sz="21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F5F1E8"/>
                </a:solidFill>
              </a:defRPr>
            </a:pPr>
            <a:r>
              <a:rPr sz="2175" b="0">
                <a:solidFill>
                  <a:srgbClr val="F5F1E8"/>
                </a:solidFill>
              </a:rPr>
              <a:t>Approve selected cases, then start the sandbox.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D949E-73C8-446E-8A86-DF569496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62575"/>
            <a:ext cx="80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A4E4BC"/>
                </a:solidFill>
              </a:defRPr>
            </a:defPPr>
            <a:lvl1pPr>
              <a:buNone/>
              <a:defRPr sz="2325" b="1">
                <a:solidFill>
                  <a:srgbClr val="A4E4BC"/>
                </a:solidFill>
              </a:defRPr>
            </a:lvl1pPr>
            <a:lvl2pPr>
              <a:buNone/>
              <a:defRPr sz="2325" b="1">
                <a:solidFill>
                  <a:srgbClr val="A4E4BC"/>
                </a:solidFill>
              </a:defRPr>
            </a:lvl2pPr>
            <a:lvl3pPr>
              <a:buNone/>
              <a:defRPr sz="2325" b="1">
                <a:solidFill>
                  <a:srgbClr val="A4E4BC"/>
                </a:solidFill>
              </a:defRPr>
            </a:lvl3pPr>
            <a:lvl4pPr>
              <a:buNone/>
              <a:defRPr sz="2325" b="1">
                <a:solidFill>
                  <a:srgbClr val="A4E4BC"/>
                </a:solidFill>
              </a:defRPr>
            </a:lvl4pPr>
            <a:lvl5pPr>
              <a:buNone/>
              <a:defRPr sz="2325" b="1">
                <a:solidFill>
                  <a:srgbClr val="A4E4BC"/>
                </a:solidFill>
              </a:defRPr>
            </a:lvl5pPr>
            <a:lvl6pPr>
              <a:buNone/>
              <a:defRPr sz="2325" b="1">
                <a:solidFill>
                  <a:srgbClr val="A4E4BC"/>
                </a:solidFill>
              </a:defRPr>
            </a:lvl6pPr>
            <a:lvl7pPr>
              <a:buNone/>
              <a:defRPr sz="2325" b="1">
                <a:solidFill>
                  <a:srgbClr val="A4E4BC"/>
                </a:solidFill>
              </a:defRPr>
            </a:lvl7pPr>
            <a:lvl8pPr>
              <a:buNone/>
              <a:defRPr sz="2325" b="1">
                <a:solidFill>
                  <a:srgbClr val="A4E4BC"/>
                </a:solidFill>
              </a:defRPr>
            </a:lvl8pPr>
            <a:lvl9pPr>
              <a:buNone/>
              <a:defRPr sz="232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A4E4BC"/>
                </a:solidFill>
              </a:defRPr>
            </a:pPr>
            <a:r>
              <a:rPr sz="2325" b="1">
                <a:solidFill>
                  <a:srgbClr val="A4E4BC"/>
                </a:solidFill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47319-D398-41CE-97A7-FD08A419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62575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F5F1E8"/>
                </a:solidFill>
              </a:defRPr>
            </a:defPPr>
            <a:lvl1pPr>
              <a:buNone/>
              <a:defRPr sz="2475" b="1">
                <a:solidFill>
                  <a:srgbClr val="F5F1E8"/>
                </a:solidFill>
              </a:defRPr>
            </a:lvl1pPr>
            <a:lvl2pPr>
              <a:buNone/>
              <a:defRPr sz="2475" b="1">
                <a:solidFill>
                  <a:srgbClr val="F5F1E8"/>
                </a:solidFill>
              </a:defRPr>
            </a:lvl2pPr>
            <a:lvl3pPr>
              <a:buNone/>
              <a:defRPr sz="2475" b="1">
                <a:solidFill>
                  <a:srgbClr val="F5F1E8"/>
                </a:solidFill>
              </a:defRPr>
            </a:lvl3pPr>
            <a:lvl4pPr>
              <a:buNone/>
              <a:defRPr sz="2475" b="1">
                <a:solidFill>
                  <a:srgbClr val="F5F1E8"/>
                </a:solidFill>
              </a:defRPr>
            </a:lvl4pPr>
            <a:lvl5pPr>
              <a:buNone/>
              <a:defRPr sz="2475" b="1">
                <a:solidFill>
                  <a:srgbClr val="F5F1E8"/>
                </a:solidFill>
              </a:defRPr>
            </a:lvl5pPr>
            <a:lvl6pPr>
              <a:buNone/>
              <a:defRPr sz="2475" b="1">
                <a:solidFill>
                  <a:srgbClr val="F5F1E8"/>
                </a:solidFill>
              </a:defRPr>
            </a:lvl6pPr>
            <a:lvl7pPr>
              <a:buNone/>
              <a:defRPr sz="2475" b="1">
                <a:solidFill>
                  <a:srgbClr val="F5F1E8"/>
                </a:solidFill>
              </a:defRPr>
            </a:lvl7pPr>
            <a:lvl8pPr>
              <a:buNone/>
              <a:defRPr sz="2475" b="1">
                <a:solidFill>
                  <a:srgbClr val="F5F1E8"/>
                </a:solidFill>
              </a:defRPr>
            </a:lvl8pPr>
            <a:lvl9pPr>
              <a:buNone/>
              <a:defRPr sz="247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F5F1E8"/>
                </a:solidFill>
              </a:defRPr>
            </a:pPr>
            <a:r>
              <a:rPr sz="2475" b="1">
                <a:solidFill>
                  <a:srgbClr val="F5F1E8"/>
                </a:solidFill>
              </a:rPr>
              <a:t>Explain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408AD-EBA4-4C86-B35F-6B54864D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00675"/>
            <a:ext cx="6981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F5F1E8"/>
                </a:solidFill>
              </a:defRPr>
            </a:defPPr>
            <a:lvl1pPr>
              <a:buNone/>
              <a:defRPr sz="2175" b="0">
                <a:solidFill>
                  <a:srgbClr val="F5F1E8"/>
                </a:solidFill>
              </a:defRPr>
            </a:lvl1pPr>
            <a:lvl2pPr>
              <a:buNone/>
              <a:defRPr sz="2175" b="0">
                <a:solidFill>
                  <a:srgbClr val="F5F1E8"/>
                </a:solidFill>
              </a:defRPr>
            </a:lvl2pPr>
            <a:lvl3pPr>
              <a:buNone/>
              <a:defRPr sz="2175" b="0">
                <a:solidFill>
                  <a:srgbClr val="F5F1E8"/>
                </a:solidFill>
              </a:defRPr>
            </a:lvl3pPr>
            <a:lvl4pPr>
              <a:buNone/>
              <a:defRPr sz="2175" b="0">
                <a:solidFill>
                  <a:srgbClr val="F5F1E8"/>
                </a:solidFill>
              </a:defRPr>
            </a:lvl4pPr>
            <a:lvl5pPr>
              <a:buNone/>
              <a:defRPr sz="2175" b="0">
                <a:solidFill>
                  <a:srgbClr val="F5F1E8"/>
                </a:solidFill>
              </a:defRPr>
            </a:lvl5pPr>
            <a:lvl6pPr>
              <a:buNone/>
              <a:defRPr sz="2175" b="0">
                <a:solidFill>
                  <a:srgbClr val="F5F1E8"/>
                </a:solidFill>
              </a:defRPr>
            </a:lvl6pPr>
            <a:lvl7pPr>
              <a:buNone/>
              <a:defRPr sz="2175" b="0">
                <a:solidFill>
                  <a:srgbClr val="F5F1E8"/>
                </a:solidFill>
              </a:defRPr>
            </a:lvl7pPr>
            <a:lvl8pPr>
              <a:buNone/>
              <a:defRPr sz="2175" b="0">
                <a:solidFill>
                  <a:srgbClr val="F5F1E8"/>
                </a:solidFill>
              </a:defRPr>
            </a:lvl8pPr>
            <a:lvl9pPr>
              <a:buNone/>
              <a:defRPr sz="21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F5F1E8"/>
                </a:solidFill>
              </a:defRPr>
            </a:pPr>
            <a:r>
              <a:rPr sz="2175" b="0">
                <a:solidFill>
                  <a:srgbClr val="F5F1E8"/>
                </a:solidFill>
              </a:rPr>
              <a:t>Inspect results and prepare a local draft.</a:t>
            </a:r>
          </a:p>
        </p:txBody>
      </p:sp>
    </p:spTree>
    <p:extLst>
      <p:ext uri="{BB962C8B-B14F-4D97-AF65-F5344CB8AC3E}">
        <p14:creationId xmlns:p14="http://schemas.microsoft.com/office/powerpoint/2010/main" val="3586740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CB53D-4378-4CDB-AC93-958FC229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EEF72-DE69-419A-912D-FECAB653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66775"/>
            <a:ext cx="10858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153143"/>
                </a:solidFill>
              </a:defRPr>
            </a:defPPr>
            <a:lvl1pPr>
              <a:buNone/>
              <a:defRPr sz="3600" b="1">
                <a:solidFill>
                  <a:srgbClr val="153143"/>
                </a:solidFill>
              </a:defRPr>
            </a:lvl1pPr>
            <a:lvl2pPr>
              <a:buNone/>
              <a:defRPr sz="3600" b="1">
                <a:solidFill>
                  <a:srgbClr val="153143"/>
                </a:solidFill>
              </a:defRPr>
            </a:lvl2pPr>
            <a:lvl3pPr>
              <a:buNone/>
              <a:defRPr sz="3600" b="1">
                <a:solidFill>
                  <a:srgbClr val="153143"/>
                </a:solidFill>
              </a:defRPr>
            </a:lvl3pPr>
            <a:lvl4pPr>
              <a:buNone/>
              <a:defRPr sz="3600" b="1">
                <a:solidFill>
                  <a:srgbClr val="153143"/>
                </a:solidFill>
              </a:defRPr>
            </a:lvl4pPr>
            <a:lvl5pPr>
              <a:buNone/>
              <a:defRPr sz="3600" b="1">
                <a:solidFill>
                  <a:srgbClr val="153143"/>
                </a:solidFill>
              </a:defRPr>
            </a:lvl5pPr>
            <a:lvl6pPr>
              <a:buNone/>
              <a:defRPr sz="3600" b="1">
                <a:solidFill>
                  <a:srgbClr val="153143"/>
                </a:solidFill>
              </a:defRPr>
            </a:lvl6pPr>
            <a:lvl7pPr>
              <a:buNone/>
              <a:defRPr sz="3600" b="1">
                <a:solidFill>
                  <a:srgbClr val="153143"/>
                </a:solidFill>
              </a:defRPr>
            </a:lvl7pPr>
            <a:lvl8pPr>
              <a:buNone/>
              <a:defRPr sz="3600" b="1">
                <a:solidFill>
                  <a:srgbClr val="153143"/>
                </a:solidFill>
              </a:defRPr>
            </a:lvl8pPr>
            <a:lvl9pPr>
              <a:buNone/>
              <a:defRPr sz="360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53143"/>
                </a:solidFill>
              </a:defRPr>
            </a:pPr>
            <a:r>
              <a:rPr sz="3600" b="1">
                <a:solidFill>
                  <a:srgbClr val="153143"/>
                </a:solidFill>
              </a:rPr>
              <a:t>Local control. Bounded cloud reasoning.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090BD-41E4-41E0-B615-4A7FD10853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6b7ff58c448e8"/>
          <a:stretch xmlns:a="http://schemas.openxmlformats.org/drawingml/2006/main"/>
        </p:blipFill>
        <p:spPr>
          <a:xfrm xmlns:a="http://schemas.openxmlformats.org/drawingml/2006/main">
            <a:off x="1972733" y="1743075"/>
            <a:ext cx="8246533" cy="46386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7400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0D439-CD8C-4242-93B0-A0EE302C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MODEL 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2F0ED-8988-4E3B-B914-3D4069D4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76325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Prompt changes</a:t>
            </a:r>
          </a:p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improved grounding.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2B946-78D3-484F-8560-C37E718B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4476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050" b="1">
                <a:solidFill>
                  <a:srgbClr val="153143"/>
                </a:solidFill>
              </a:defRPr>
            </a:defPPr>
            <a:lvl1pPr>
              <a:buNone/>
              <a:defRPr sz="7050" b="1">
                <a:solidFill>
                  <a:srgbClr val="153143"/>
                </a:solidFill>
              </a:defRPr>
            </a:lvl1pPr>
            <a:lvl2pPr>
              <a:buNone/>
              <a:defRPr sz="7050" b="1">
                <a:solidFill>
                  <a:srgbClr val="153143"/>
                </a:solidFill>
              </a:defRPr>
            </a:lvl2pPr>
            <a:lvl3pPr>
              <a:buNone/>
              <a:defRPr sz="7050" b="1">
                <a:solidFill>
                  <a:srgbClr val="153143"/>
                </a:solidFill>
              </a:defRPr>
            </a:lvl3pPr>
            <a:lvl4pPr>
              <a:buNone/>
              <a:defRPr sz="7050" b="1">
                <a:solidFill>
                  <a:srgbClr val="153143"/>
                </a:solidFill>
              </a:defRPr>
            </a:lvl4pPr>
            <a:lvl5pPr>
              <a:buNone/>
              <a:defRPr sz="7050" b="1">
                <a:solidFill>
                  <a:srgbClr val="153143"/>
                </a:solidFill>
              </a:defRPr>
            </a:lvl5pPr>
            <a:lvl6pPr>
              <a:buNone/>
              <a:defRPr sz="7050" b="1">
                <a:solidFill>
                  <a:srgbClr val="153143"/>
                </a:solidFill>
              </a:defRPr>
            </a:lvl6pPr>
            <a:lvl7pPr>
              <a:buNone/>
              <a:defRPr sz="7050" b="1">
                <a:solidFill>
                  <a:srgbClr val="153143"/>
                </a:solidFill>
              </a:defRPr>
            </a:lvl7pPr>
            <a:lvl8pPr>
              <a:buNone/>
              <a:defRPr sz="7050" b="1">
                <a:solidFill>
                  <a:srgbClr val="153143"/>
                </a:solidFill>
              </a:defRPr>
            </a:lvl8pPr>
            <a:lvl9pPr>
              <a:buNone/>
              <a:defRPr sz="7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7050" b="1">
                <a:solidFill>
                  <a:srgbClr val="153143"/>
                </a:solidFill>
              </a:defRPr>
            </a:pPr>
            <a:r>
              <a:rPr sz="7050" b="1">
                <a:solidFill>
                  <a:srgbClr val="153143"/>
                </a:solidFill>
              </a:rPr>
              <a:t>7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E22F5-3DA9-4939-8175-AA801EC7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476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53143"/>
                </a:solidFill>
              </a:defRPr>
            </a:defPPr>
            <a:lvl1pPr>
              <a:buNone/>
              <a:defRPr sz="2100" b="1">
                <a:solidFill>
                  <a:srgbClr val="153143"/>
                </a:solidFill>
              </a:defRPr>
            </a:lvl1pPr>
            <a:lvl2pPr>
              <a:buNone/>
              <a:defRPr sz="2100" b="1">
                <a:solidFill>
                  <a:srgbClr val="153143"/>
                </a:solidFill>
              </a:defRPr>
            </a:lvl2pPr>
            <a:lvl3pPr>
              <a:buNone/>
              <a:defRPr sz="2100" b="1">
                <a:solidFill>
                  <a:srgbClr val="153143"/>
                </a:solidFill>
              </a:defRPr>
            </a:lvl3pPr>
            <a:lvl4pPr>
              <a:buNone/>
              <a:defRPr sz="2100" b="1">
                <a:solidFill>
                  <a:srgbClr val="153143"/>
                </a:solidFill>
              </a:defRPr>
            </a:lvl4pPr>
            <a:lvl5pPr>
              <a:buNone/>
              <a:defRPr sz="2100" b="1">
                <a:solidFill>
                  <a:srgbClr val="153143"/>
                </a:solidFill>
              </a:defRPr>
            </a:lvl5pPr>
            <a:lvl6pPr>
              <a:buNone/>
              <a:defRPr sz="2100" b="1">
                <a:solidFill>
                  <a:srgbClr val="153143"/>
                </a:solidFill>
              </a:defRPr>
            </a:lvl6pPr>
            <a:lvl7pPr>
              <a:buNone/>
              <a:defRPr sz="2100" b="1">
                <a:solidFill>
                  <a:srgbClr val="153143"/>
                </a:solidFill>
              </a:defRPr>
            </a:lvl7pPr>
            <a:lvl8pPr>
              <a:buNone/>
              <a:defRPr sz="2100" b="1">
                <a:solidFill>
                  <a:srgbClr val="153143"/>
                </a:solidFill>
              </a:defRPr>
            </a:lvl8pPr>
            <a:lvl9pPr>
              <a:buNone/>
              <a:defRPr sz="210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53143"/>
                </a:solidFill>
              </a:defRPr>
            </a:pPr>
            <a:r>
              <a:rPr sz="2100" b="1">
                <a:solidFill>
                  <a:srgbClr val="153143"/>
                </a:solidFill>
              </a:rPr>
              <a:t>PASS outcomes with v1.2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EA57A-8F8E-465C-B0C5-664167B4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86350"/>
            <a:ext cx="4476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496170"/>
                </a:solidFill>
              </a:defRPr>
            </a:defPPr>
            <a:lvl1pPr>
              <a:buNone/>
              <a:defRPr sz="2025" b="0">
                <a:solidFill>
                  <a:srgbClr val="496170"/>
                </a:solidFill>
              </a:defRPr>
            </a:lvl1pPr>
            <a:lvl2pPr>
              <a:buNone/>
              <a:defRPr sz="2025" b="0">
                <a:solidFill>
                  <a:srgbClr val="496170"/>
                </a:solidFill>
              </a:defRPr>
            </a:lvl2pPr>
            <a:lvl3pPr>
              <a:buNone/>
              <a:defRPr sz="2025" b="0">
                <a:solidFill>
                  <a:srgbClr val="496170"/>
                </a:solidFill>
              </a:defRPr>
            </a:lvl3pPr>
            <a:lvl4pPr>
              <a:buNone/>
              <a:defRPr sz="2025" b="0">
                <a:solidFill>
                  <a:srgbClr val="496170"/>
                </a:solidFill>
              </a:defRPr>
            </a:lvl4pPr>
            <a:lvl5pPr>
              <a:buNone/>
              <a:defRPr sz="2025" b="0">
                <a:solidFill>
                  <a:srgbClr val="496170"/>
                </a:solidFill>
              </a:defRPr>
            </a:lvl5pPr>
            <a:lvl6pPr>
              <a:buNone/>
              <a:defRPr sz="2025" b="0">
                <a:solidFill>
                  <a:srgbClr val="496170"/>
                </a:solidFill>
              </a:defRPr>
            </a:lvl6pPr>
            <a:lvl7pPr>
              <a:buNone/>
              <a:defRPr sz="2025" b="0">
                <a:solidFill>
                  <a:srgbClr val="496170"/>
                </a:solidFill>
              </a:defRPr>
            </a:lvl7pPr>
            <a:lvl8pPr>
              <a:buNone/>
              <a:defRPr sz="2025" b="0">
                <a:solidFill>
                  <a:srgbClr val="496170"/>
                </a:solidFill>
              </a:defRPr>
            </a:lvl8pPr>
            <a:lvl9pPr>
              <a:buNone/>
              <a:defRPr sz="202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496170"/>
                </a:solidFill>
              </a:defRPr>
            </a:pPr>
            <a:r>
              <a:rPr sz="2025" b="0">
                <a:solidFill>
                  <a:srgbClr val="496170"/>
                </a:solidFill>
              </a:rPr>
              <a:t>Same ten requirements across</a:t>
            </a:r>
          </a:p>
          <a:p xmlns:a="http://schemas.openxmlformats.org/drawingml/2006/main">
            <a:pPr>
              <a:buNone/>
              <a:defRPr sz="2025" b="0">
                <a:solidFill>
                  <a:srgbClr val="496170"/>
                </a:solidFill>
              </a:defRPr>
            </a:pPr>
            <a:r>
              <a:rPr sz="2025" b="0">
                <a:solidFill>
                  <a:srgbClr val="496170"/>
                </a:solidFill>
              </a:rPr>
              <a:t>three saved prompt versions.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602BCB88-2D3B-4127-A04D-50C097426F00}"/>
              </a:ext>
            </a:extLst>
          </p:cNvPr>
          <p:cNvGraphicFramePr/>
          <p:nvPr/>
        </p:nvGraphicFramePr>
        <p:xfrm>
          <a:off xmlns:a="http://schemas.openxmlformats.org/drawingml/2006/main" x="5619750" y="1676400"/>
          <a:ext xmlns:a="http://schemas.openxmlformats.org/drawingml/2006/main" cx="59055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9cf27653d7406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04715-FE1C-4C47-9B3E-65CB3E2C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7912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0">
                <a:solidFill>
                  <a:srgbClr val="496170"/>
                </a:solidFill>
              </a:defRPr>
            </a:defPPr>
            <a:lvl1pPr>
              <a:buNone/>
              <a:defRPr sz="1500" b="0">
                <a:solidFill>
                  <a:srgbClr val="496170"/>
                </a:solidFill>
              </a:defRPr>
            </a:lvl1pPr>
            <a:lvl2pPr>
              <a:buNone/>
              <a:defRPr sz="1500" b="0">
                <a:solidFill>
                  <a:srgbClr val="496170"/>
                </a:solidFill>
              </a:defRPr>
            </a:lvl2pPr>
            <a:lvl3pPr>
              <a:buNone/>
              <a:defRPr sz="1500" b="0">
                <a:solidFill>
                  <a:srgbClr val="496170"/>
                </a:solidFill>
              </a:defRPr>
            </a:lvl3pPr>
            <a:lvl4pPr>
              <a:buNone/>
              <a:defRPr sz="1500" b="0">
                <a:solidFill>
                  <a:srgbClr val="496170"/>
                </a:solidFill>
              </a:defRPr>
            </a:lvl4pPr>
            <a:lvl5pPr>
              <a:buNone/>
              <a:defRPr sz="1500" b="0">
                <a:solidFill>
                  <a:srgbClr val="496170"/>
                </a:solidFill>
              </a:defRPr>
            </a:lvl5pPr>
            <a:lvl6pPr>
              <a:buNone/>
              <a:defRPr sz="1500" b="0">
                <a:solidFill>
                  <a:srgbClr val="496170"/>
                </a:solidFill>
              </a:defRPr>
            </a:lvl6pPr>
            <a:lvl7pPr>
              <a:buNone/>
              <a:defRPr sz="1500" b="0">
                <a:solidFill>
                  <a:srgbClr val="496170"/>
                </a:solidFill>
              </a:defRPr>
            </a:lvl7pPr>
            <a:lvl8pPr>
              <a:buNone/>
              <a:defRPr sz="1500" b="0">
                <a:solidFill>
                  <a:srgbClr val="496170"/>
                </a:solidFill>
              </a:defRPr>
            </a:lvl8pPr>
            <a:lvl9pPr>
              <a:buNone/>
              <a:defRPr sz="1500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496170"/>
                </a:solidFill>
              </a:defRPr>
            </a:pPr>
            <a:r>
              <a:rPr sz="1500" b="0">
                <a:solidFill>
                  <a:srgbClr val="496170"/>
                </a:solidFill>
              </a:rPr>
              <a:t>Week 2 requirement-to-test baseline</a:t>
            </a:r>
          </a:p>
        </p:txBody>
      </p:sp>
    </p:spTree>
    <p:extLst>
      <p:ext uri="{BB962C8B-B14F-4D97-AF65-F5344CB8AC3E}">
        <p14:creationId xmlns:p14="http://schemas.microsoft.com/office/powerpoint/2010/main" val="19437036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1E0C9-9EF9-40ED-AD59-DD0D2A5E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BUDGETME AS THE TARGET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3D03B-555C-4A96-A1E5-42415917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Knowledge grounded in the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026FA-26D4-41FA-83D7-37E05ECE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419100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200" b="1">
                <a:solidFill>
                  <a:srgbClr val="A4E4BC"/>
                </a:solidFill>
              </a:defRPr>
            </a:defPPr>
            <a:lvl1pPr>
              <a:buNone/>
              <a:defRPr sz="10200" b="1">
                <a:solidFill>
                  <a:srgbClr val="A4E4BC"/>
                </a:solidFill>
              </a:defRPr>
            </a:lvl1pPr>
            <a:lvl2pPr>
              <a:buNone/>
              <a:defRPr sz="10200" b="1">
                <a:solidFill>
                  <a:srgbClr val="A4E4BC"/>
                </a:solidFill>
              </a:defRPr>
            </a:lvl2pPr>
            <a:lvl3pPr>
              <a:buNone/>
              <a:defRPr sz="10200" b="1">
                <a:solidFill>
                  <a:srgbClr val="A4E4BC"/>
                </a:solidFill>
              </a:defRPr>
            </a:lvl3pPr>
            <a:lvl4pPr>
              <a:buNone/>
              <a:defRPr sz="10200" b="1">
                <a:solidFill>
                  <a:srgbClr val="A4E4BC"/>
                </a:solidFill>
              </a:defRPr>
            </a:lvl4pPr>
            <a:lvl5pPr>
              <a:buNone/>
              <a:defRPr sz="10200" b="1">
                <a:solidFill>
                  <a:srgbClr val="A4E4BC"/>
                </a:solidFill>
              </a:defRPr>
            </a:lvl5pPr>
            <a:lvl6pPr>
              <a:buNone/>
              <a:defRPr sz="10200" b="1">
                <a:solidFill>
                  <a:srgbClr val="A4E4BC"/>
                </a:solidFill>
              </a:defRPr>
            </a:lvl6pPr>
            <a:lvl7pPr>
              <a:buNone/>
              <a:defRPr sz="10200" b="1">
                <a:solidFill>
                  <a:srgbClr val="A4E4BC"/>
                </a:solidFill>
              </a:defRPr>
            </a:lvl7pPr>
            <a:lvl8pPr>
              <a:buNone/>
              <a:defRPr sz="10200" b="1">
                <a:solidFill>
                  <a:srgbClr val="A4E4BC"/>
                </a:solidFill>
              </a:defRPr>
            </a:lvl8pPr>
            <a:lvl9pPr>
              <a:buNone/>
              <a:defRPr sz="1020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0200" b="1">
                <a:solidFill>
                  <a:srgbClr val="A4E4BC"/>
                </a:solidFill>
              </a:defRPr>
            </a:pPr>
            <a:r>
              <a:rPr sz="10200" b="1">
                <a:solidFill>
                  <a:srgbClr val="A4E4BC"/>
                </a:solidFill>
              </a:rPr>
              <a:t>100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8D8AE-20AB-4CBE-B18C-B1B94192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57675"/>
            <a:ext cx="4667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F5F1E8"/>
                </a:solidFill>
              </a:defRPr>
            </a:defPPr>
            <a:lvl1pPr>
              <a:buNone/>
              <a:defRPr sz="2325" b="0">
                <a:solidFill>
                  <a:srgbClr val="F5F1E8"/>
                </a:solidFill>
              </a:defRPr>
            </a:lvl1pPr>
            <a:lvl2pPr>
              <a:buNone/>
              <a:defRPr sz="2325" b="0">
                <a:solidFill>
                  <a:srgbClr val="F5F1E8"/>
                </a:solidFill>
              </a:defRPr>
            </a:lvl2pPr>
            <a:lvl3pPr>
              <a:buNone/>
              <a:defRPr sz="2325" b="0">
                <a:solidFill>
                  <a:srgbClr val="F5F1E8"/>
                </a:solidFill>
              </a:defRPr>
            </a:lvl3pPr>
            <a:lvl4pPr>
              <a:buNone/>
              <a:defRPr sz="2325" b="0">
                <a:solidFill>
                  <a:srgbClr val="F5F1E8"/>
                </a:solidFill>
              </a:defRPr>
            </a:lvl4pPr>
            <a:lvl5pPr>
              <a:buNone/>
              <a:defRPr sz="2325" b="0">
                <a:solidFill>
                  <a:srgbClr val="F5F1E8"/>
                </a:solidFill>
              </a:defRPr>
            </a:lvl5pPr>
            <a:lvl6pPr>
              <a:buNone/>
              <a:defRPr sz="2325" b="0">
                <a:solidFill>
                  <a:srgbClr val="F5F1E8"/>
                </a:solidFill>
              </a:defRPr>
            </a:lvl6pPr>
            <a:lvl7pPr>
              <a:buNone/>
              <a:defRPr sz="2325" b="0">
                <a:solidFill>
                  <a:srgbClr val="F5F1E8"/>
                </a:solidFill>
              </a:defRPr>
            </a:lvl7pPr>
            <a:lvl8pPr>
              <a:buNone/>
              <a:defRPr sz="2325" b="0">
                <a:solidFill>
                  <a:srgbClr val="F5F1E8"/>
                </a:solidFill>
              </a:defRPr>
            </a:lvl8pPr>
            <a:lvl9pPr>
              <a:buNone/>
              <a:defRPr sz="232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verified snapshot 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2BD0D-AC0B-4AA0-910A-037D86B2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76525"/>
            <a:ext cx="5619750" cy="2009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F5F1E8"/>
                </a:solidFill>
              </a:defRPr>
            </a:defPPr>
            <a:lvl1pPr>
              <a:buNone/>
              <a:defRPr sz="2400" b="1">
                <a:solidFill>
                  <a:srgbClr val="F5F1E8"/>
                </a:solidFill>
              </a:defRPr>
            </a:lvl1pPr>
            <a:lvl2pPr>
              <a:buNone/>
              <a:defRPr sz="2400" b="1">
                <a:solidFill>
                  <a:srgbClr val="F5F1E8"/>
                </a:solidFill>
              </a:defRPr>
            </a:lvl2pPr>
            <a:lvl3pPr>
              <a:buNone/>
              <a:defRPr sz="2400" b="1">
                <a:solidFill>
                  <a:srgbClr val="F5F1E8"/>
                </a:solidFill>
              </a:defRPr>
            </a:lvl3pPr>
            <a:lvl4pPr>
              <a:buNone/>
              <a:defRPr sz="2400" b="1">
                <a:solidFill>
                  <a:srgbClr val="F5F1E8"/>
                </a:solidFill>
              </a:defRPr>
            </a:lvl4pPr>
            <a:lvl5pPr>
              <a:buNone/>
              <a:defRPr sz="2400" b="1">
                <a:solidFill>
                  <a:srgbClr val="F5F1E8"/>
                </a:solidFill>
              </a:defRPr>
            </a:lvl5pPr>
            <a:lvl6pPr>
              <a:buNone/>
              <a:defRPr sz="2400" b="1">
                <a:solidFill>
                  <a:srgbClr val="F5F1E8"/>
                </a:solidFill>
              </a:defRPr>
            </a:lvl6pPr>
            <a:lvl7pPr>
              <a:buNone/>
              <a:defRPr sz="2400" b="1">
                <a:solidFill>
                  <a:srgbClr val="F5F1E8"/>
                </a:solidFill>
              </a:defRPr>
            </a:lvl7pPr>
            <a:lvl8pPr>
              <a:buNone/>
              <a:defRPr sz="2400" b="1">
                <a:solidFill>
                  <a:srgbClr val="F5F1E8"/>
                </a:solidFill>
              </a:defRPr>
            </a:lvl8pPr>
            <a:lvl9pPr>
              <a:buNone/>
              <a:defRPr sz="240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1E8"/>
                </a:solidFill>
              </a:defRPr>
            </a:pPr>
            <a:r>
              <a:rPr sz="2400" b="1">
                <a:solidFill>
                  <a:srgbClr val="F5F1E8"/>
                </a:solidFill>
              </a:rPr>
              <a:t>Budget planning</a:t>
            </a:r>
          </a:p>
          <a:p xmlns:a="http://schemas.openxmlformats.org/drawingml/2006/main">
            <a:pPr>
              <a:buNone/>
              <a:defRPr sz="2400" b="1">
                <a:solidFill>
                  <a:srgbClr val="F5F1E8"/>
                </a:solidFill>
              </a:defRPr>
            </a:pPr>
            <a:r>
              <a:rPr sz="2400" b="1">
                <a:solidFill>
                  <a:srgbClr val="F5F1E8"/>
                </a:solidFill>
              </a:rPr>
              <a:t>Savings and transaction records</a:t>
            </a:r>
          </a:p>
          <a:p xmlns:a="http://schemas.openxmlformats.org/drawingml/2006/main">
            <a:pPr>
              <a:buNone/>
              <a:defRPr sz="2400" b="1">
                <a:solidFill>
                  <a:srgbClr val="F5F1E8"/>
                </a:solidFill>
              </a:defRPr>
            </a:pPr>
            <a:r>
              <a:rPr sz="2400" b="1">
                <a:solidFill>
                  <a:srgbClr val="F5F1E8"/>
                </a:solidFill>
              </a:rPr>
              <a:t>Cash, MTN and Airtel movement records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EFF43-339B-4566-8660-B8EBD35D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57800"/>
            <a:ext cx="5467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A4E4BC"/>
                </a:solidFill>
              </a:defRPr>
            </a:defPPr>
            <a:lvl1pPr>
              <a:buNone/>
              <a:defRPr sz="1725" b="0">
                <a:solidFill>
                  <a:srgbClr val="A4E4BC"/>
                </a:solidFill>
              </a:defRPr>
            </a:lvl1pPr>
            <a:lvl2pPr>
              <a:buNone/>
              <a:defRPr sz="1725" b="0">
                <a:solidFill>
                  <a:srgbClr val="A4E4BC"/>
                </a:solidFill>
              </a:defRPr>
            </a:lvl2pPr>
            <a:lvl3pPr>
              <a:buNone/>
              <a:defRPr sz="1725" b="0">
                <a:solidFill>
                  <a:srgbClr val="A4E4BC"/>
                </a:solidFill>
              </a:defRPr>
            </a:lvl3pPr>
            <a:lvl4pPr>
              <a:buNone/>
              <a:defRPr sz="1725" b="0">
                <a:solidFill>
                  <a:srgbClr val="A4E4BC"/>
                </a:solidFill>
              </a:defRPr>
            </a:lvl4pPr>
            <a:lvl5pPr>
              <a:buNone/>
              <a:defRPr sz="1725" b="0">
                <a:solidFill>
                  <a:srgbClr val="A4E4BC"/>
                </a:solidFill>
              </a:defRPr>
            </a:lvl5pPr>
            <a:lvl6pPr>
              <a:buNone/>
              <a:defRPr sz="1725" b="0">
                <a:solidFill>
                  <a:srgbClr val="A4E4BC"/>
                </a:solidFill>
              </a:defRPr>
            </a:lvl6pPr>
            <a:lvl7pPr>
              <a:buNone/>
              <a:defRPr sz="1725" b="0">
                <a:solidFill>
                  <a:srgbClr val="A4E4BC"/>
                </a:solidFill>
              </a:defRPr>
            </a:lvl7pPr>
            <a:lvl8pPr>
              <a:buNone/>
              <a:defRPr sz="1725" b="0">
                <a:solidFill>
                  <a:srgbClr val="A4E4BC"/>
                </a:solidFill>
              </a:defRPr>
            </a:lvl8pPr>
            <a:lvl9pPr>
              <a:buNone/>
              <a:defRPr sz="1725" b="0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A4E4BC"/>
                </a:solidFill>
              </a:defRPr>
            </a:pPr>
            <a:r>
              <a:rPr sz="1725" b="0">
                <a:solidFill>
                  <a:srgbClr val="A4E4BC"/>
                </a:solidFill>
              </a:rPr>
              <a:t>Repository version a55e0b2</a:t>
            </a:r>
          </a:p>
          <a:p xmlns:a="http://schemas.openxmlformats.org/drawingml/2006/main">
            <a:pPr>
              <a:buNone/>
              <a:defRPr sz="1725" b="0">
                <a:solidFill>
                  <a:srgbClr val="A4E4BC"/>
                </a:solidFill>
              </a:defRPr>
            </a:pPr>
            <a:r>
              <a:rPr sz="1725" b="0">
                <a:solidFill>
                  <a:srgbClr val="A4E4BC"/>
                </a:solidFill>
              </a:rPr>
              <a:t>Source URL, paths and retrieval date retained</a:t>
            </a:r>
          </a:p>
        </p:txBody>
      </p:sp>
    </p:spTree>
    <p:extLst>
      <p:ext uri="{BB962C8B-B14F-4D97-AF65-F5344CB8AC3E}">
        <p14:creationId xmlns:p14="http://schemas.microsoft.com/office/powerpoint/2010/main" val="18425263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A7DA5-0883-4D06-8D27-092D5D9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A CONCRETE SOURCE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34F86-36D2-4CE1-A134-5605BCF1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A budget must fit the pay period.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11FCA-DE25-439E-9ABD-4730CB95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10572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725" b="1">
                <a:solidFill>
                  <a:srgbClr val="153143"/>
                </a:solidFill>
              </a:defRPr>
            </a:defPPr>
            <a:lvl1pPr>
              <a:buNone/>
              <a:defRPr sz="4725" b="1">
                <a:solidFill>
                  <a:srgbClr val="153143"/>
                </a:solidFill>
              </a:defRPr>
            </a:lvl1pPr>
            <a:lvl2pPr>
              <a:buNone/>
              <a:defRPr sz="4725" b="1">
                <a:solidFill>
                  <a:srgbClr val="153143"/>
                </a:solidFill>
              </a:defRPr>
            </a:lvl2pPr>
            <a:lvl3pPr>
              <a:buNone/>
              <a:defRPr sz="4725" b="1">
                <a:solidFill>
                  <a:srgbClr val="153143"/>
                </a:solidFill>
              </a:defRPr>
            </a:lvl3pPr>
            <a:lvl4pPr>
              <a:buNone/>
              <a:defRPr sz="4725" b="1">
                <a:solidFill>
                  <a:srgbClr val="153143"/>
                </a:solidFill>
              </a:defRPr>
            </a:lvl4pPr>
            <a:lvl5pPr>
              <a:buNone/>
              <a:defRPr sz="4725" b="1">
                <a:solidFill>
                  <a:srgbClr val="153143"/>
                </a:solidFill>
              </a:defRPr>
            </a:lvl5pPr>
            <a:lvl6pPr>
              <a:buNone/>
              <a:defRPr sz="4725" b="1">
                <a:solidFill>
                  <a:srgbClr val="153143"/>
                </a:solidFill>
              </a:defRPr>
            </a:lvl6pPr>
            <a:lvl7pPr>
              <a:buNone/>
              <a:defRPr sz="4725" b="1">
                <a:solidFill>
                  <a:srgbClr val="153143"/>
                </a:solidFill>
              </a:defRPr>
            </a:lvl7pPr>
            <a:lvl8pPr>
              <a:buNone/>
              <a:defRPr sz="4725" b="1">
                <a:solidFill>
                  <a:srgbClr val="153143"/>
                </a:solidFill>
              </a:defRPr>
            </a:lvl8pPr>
            <a:lvl9pPr>
              <a:buNone/>
              <a:defRPr sz="472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725" b="1">
                <a:solidFill>
                  <a:srgbClr val="153143"/>
                </a:solidFill>
              </a:defRPr>
            </a:pPr>
            <a:r>
              <a:rPr sz="4725" b="1">
                <a:solidFill>
                  <a:srgbClr val="153143"/>
                </a:solidFill>
              </a:rPr>
              <a:t>Allocations + savings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E4801-70B4-4103-A75C-3922CE96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1057275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100" b="1">
                <a:solidFill>
                  <a:srgbClr val="207958"/>
                </a:solidFill>
              </a:defRPr>
            </a:defPPr>
            <a:lvl1pPr>
              <a:buNone/>
              <a:defRPr sz="5100" b="1">
                <a:solidFill>
                  <a:srgbClr val="207958"/>
                </a:solidFill>
              </a:defRPr>
            </a:lvl1pPr>
            <a:lvl2pPr>
              <a:buNone/>
              <a:defRPr sz="5100" b="1">
                <a:solidFill>
                  <a:srgbClr val="207958"/>
                </a:solidFill>
              </a:defRPr>
            </a:lvl2pPr>
            <a:lvl3pPr>
              <a:buNone/>
              <a:defRPr sz="5100" b="1">
                <a:solidFill>
                  <a:srgbClr val="207958"/>
                </a:solidFill>
              </a:defRPr>
            </a:lvl3pPr>
            <a:lvl4pPr>
              <a:buNone/>
              <a:defRPr sz="5100" b="1">
                <a:solidFill>
                  <a:srgbClr val="207958"/>
                </a:solidFill>
              </a:defRPr>
            </a:lvl4pPr>
            <a:lvl5pPr>
              <a:buNone/>
              <a:defRPr sz="5100" b="1">
                <a:solidFill>
                  <a:srgbClr val="207958"/>
                </a:solidFill>
              </a:defRPr>
            </a:lvl5pPr>
            <a:lvl6pPr>
              <a:buNone/>
              <a:defRPr sz="5100" b="1">
                <a:solidFill>
                  <a:srgbClr val="207958"/>
                </a:solidFill>
              </a:defRPr>
            </a:lvl6pPr>
            <a:lvl7pPr>
              <a:buNone/>
              <a:defRPr sz="5100" b="1">
                <a:solidFill>
                  <a:srgbClr val="207958"/>
                </a:solidFill>
              </a:defRPr>
            </a:lvl7pPr>
            <a:lvl8pPr>
              <a:buNone/>
              <a:defRPr sz="5100" b="1">
                <a:solidFill>
                  <a:srgbClr val="207958"/>
                </a:solidFill>
              </a:defRPr>
            </a:lvl8pPr>
            <a:lvl9pPr>
              <a:buNone/>
              <a:defRPr sz="5100" b="1">
                <a:solidFill>
                  <a:srgbClr val="207958"/>
                </a:solidFill>
              </a:defRPr>
            </a:lvl9pPr>
          </a:lstStyle>
          <a:p xmlns:a="http://schemas.openxmlformats.org/drawingml/2006/main">
            <a:pPr>
              <a:buNone/>
              <a:defRPr sz="5100" b="1">
                <a:solidFill>
                  <a:srgbClr val="207958"/>
                </a:solidFill>
              </a:defRPr>
            </a:pPr>
            <a:r>
              <a:rPr sz="5100" b="1">
                <a:solidFill>
                  <a:srgbClr val="207958"/>
                </a:solidFill>
              </a:rPr>
              <a:t>≤ pay-period income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57F06-2C16-48A4-A435-E5DDF37F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057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496170"/>
                </a:solidFill>
              </a:defRPr>
            </a:defPPr>
            <a:lvl1pPr>
              <a:buNone/>
              <a:defRPr sz="2100" b="0">
                <a:solidFill>
                  <a:srgbClr val="496170"/>
                </a:solidFill>
              </a:defRPr>
            </a:lvl1pPr>
            <a:lvl2pPr>
              <a:buNone/>
              <a:defRPr sz="2100" b="0">
                <a:solidFill>
                  <a:srgbClr val="496170"/>
                </a:solidFill>
              </a:defRPr>
            </a:lvl2pPr>
            <a:lvl3pPr>
              <a:buNone/>
              <a:defRPr sz="2100" b="0">
                <a:solidFill>
                  <a:srgbClr val="496170"/>
                </a:solidFill>
              </a:defRPr>
            </a:lvl3pPr>
            <a:lvl4pPr>
              <a:buNone/>
              <a:defRPr sz="2100" b="0">
                <a:solidFill>
                  <a:srgbClr val="496170"/>
                </a:solidFill>
              </a:defRPr>
            </a:lvl4pPr>
            <a:lvl5pPr>
              <a:buNone/>
              <a:defRPr sz="2100" b="0">
                <a:solidFill>
                  <a:srgbClr val="496170"/>
                </a:solidFill>
              </a:defRPr>
            </a:lvl5pPr>
            <a:lvl6pPr>
              <a:buNone/>
              <a:defRPr sz="2100" b="0">
                <a:solidFill>
                  <a:srgbClr val="496170"/>
                </a:solidFill>
              </a:defRPr>
            </a:lvl6pPr>
            <a:lvl7pPr>
              <a:buNone/>
              <a:defRPr sz="2100" b="0">
                <a:solidFill>
                  <a:srgbClr val="496170"/>
                </a:solidFill>
              </a:defRPr>
            </a:lvl7pPr>
            <a:lvl8pPr>
              <a:buNone/>
              <a:defRPr sz="2100" b="0">
                <a:solidFill>
                  <a:srgbClr val="496170"/>
                </a:solidFill>
              </a:defRPr>
            </a:lvl8pPr>
            <a:lvl9pPr>
              <a:buNone/>
              <a:defRPr sz="2100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496170"/>
                </a:solidFill>
              </a:defRPr>
            </a:pPr>
            <a:r>
              <a:rPr sz="2100" b="0">
                <a:solidFill>
                  <a:srgbClr val="496170"/>
                </a:solidFill>
              </a:rPr>
              <a:t>Equality is accepted. An over-income plan receives a form error.</a:t>
            </a:r>
          </a:p>
        </p:txBody>
      </p:sp>
    </p:spTree>
    <p:extLst>
      <p:ext uri="{BB962C8B-B14F-4D97-AF65-F5344CB8AC3E}">
        <p14:creationId xmlns:p14="http://schemas.microsoft.com/office/powerpoint/2010/main" val="511626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6ACE1-7897-40F2-99E4-98926DBA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RETRIEVAL AND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B552A-8596-4254-B19B-24FB1095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Evidence stays attached to the answer.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E43AA1-7F4F-466E-9C5F-0C517A9C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33675"/>
            <a:ext cx="581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600" b="1">
                <a:solidFill>
                  <a:srgbClr val="A4E4BC"/>
                </a:solidFill>
              </a:defRPr>
            </a:defPPr>
            <a:lvl1pPr>
              <a:buNone/>
              <a:defRPr sz="9600" b="1">
                <a:solidFill>
                  <a:srgbClr val="A4E4BC"/>
                </a:solidFill>
              </a:defRPr>
            </a:lvl1pPr>
            <a:lvl2pPr>
              <a:buNone/>
              <a:defRPr sz="9600" b="1">
                <a:solidFill>
                  <a:srgbClr val="A4E4BC"/>
                </a:solidFill>
              </a:defRPr>
            </a:lvl2pPr>
            <a:lvl3pPr>
              <a:buNone/>
              <a:defRPr sz="9600" b="1">
                <a:solidFill>
                  <a:srgbClr val="A4E4BC"/>
                </a:solidFill>
              </a:defRPr>
            </a:lvl3pPr>
            <a:lvl4pPr>
              <a:buNone/>
              <a:defRPr sz="9600" b="1">
                <a:solidFill>
                  <a:srgbClr val="A4E4BC"/>
                </a:solidFill>
              </a:defRPr>
            </a:lvl4pPr>
            <a:lvl5pPr>
              <a:buNone/>
              <a:defRPr sz="9600" b="1">
                <a:solidFill>
                  <a:srgbClr val="A4E4BC"/>
                </a:solidFill>
              </a:defRPr>
            </a:lvl5pPr>
            <a:lvl6pPr>
              <a:buNone/>
              <a:defRPr sz="9600" b="1">
                <a:solidFill>
                  <a:srgbClr val="A4E4BC"/>
                </a:solidFill>
              </a:defRPr>
            </a:lvl6pPr>
            <a:lvl7pPr>
              <a:buNone/>
              <a:defRPr sz="9600" b="1">
                <a:solidFill>
                  <a:srgbClr val="A4E4BC"/>
                </a:solidFill>
              </a:defRPr>
            </a:lvl7pPr>
            <a:lvl8pPr>
              <a:buNone/>
              <a:defRPr sz="9600" b="1">
                <a:solidFill>
                  <a:srgbClr val="A4E4BC"/>
                </a:solidFill>
              </a:defRPr>
            </a:lvl8pPr>
            <a:lvl9pPr>
              <a:buNone/>
              <a:defRPr sz="960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9600" b="1">
                <a:solidFill>
                  <a:srgbClr val="A4E4BC"/>
                </a:solidFill>
              </a:defRPr>
            </a:pPr>
            <a:r>
              <a:rPr sz="9600" b="1">
                <a:solidFill>
                  <a:srgbClr val="A4E4B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4F61B-6213-4045-95B1-B08621F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381500"/>
            <a:ext cx="666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0">
                <a:solidFill>
                  <a:srgbClr val="F5F1E8"/>
                </a:solidFill>
              </a:defRPr>
            </a:defPPr>
            <a:lvl1pPr>
              <a:buNone/>
              <a:defRPr sz="2475" b="0">
                <a:solidFill>
                  <a:srgbClr val="F5F1E8"/>
                </a:solidFill>
              </a:defRPr>
            </a:lvl1pPr>
            <a:lvl2pPr>
              <a:buNone/>
              <a:defRPr sz="2475" b="0">
                <a:solidFill>
                  <a:srgbClr val="F5F1E8"/>
                </a:solidFill>
              </a:defRPr>
            </a:lvl2pPr>
            <a:lvl3pPr>
              <a:buNone/>
              <a:defRPr sz="2475" b="0">
                <a:solidFill>
                  <a:srgbClr val="F5F1E8"/>
                </a:solidFill>
              </a:defRPr>
            </a:lvl3pPr>
            <a:lvl4pPr>
              <a:buNone/>
              <a:defRPr sz="2475" b="0">
                <a:solidFill>
                  <a:srgbClr val="F5F1E8"/>
                </a:solidFill>
              </a:defRPr>
            </a:lvl4pPr>
            <a:lvl5pPr>
              <a:buNone/>
              <a:defRPr sz="2475" b="0">
                <a:solidFill>
                  <a:srgbClr val="F5F1E8"/>
                </a:solidFill>
              </a:defRPr>
            </a:lvl5pPr>
            <a:lvl6pPr>
              <a:buNone/>
              <a:defRPr sz="2475" b="0">
                <a:solidFill>
                  <a:srgbClr val="F5F1E8"/>
                </a:solidFill>
              </a:defRPr>
            </a:lvl6pPr>
            <a:lvl7pPr>
              <a:buNone/>
              <a:defRPr sz="2475" b="0">
                <a:solidFill>
                  <a:srgbClr val="F5F1E8"/>
                </a:solidFill>
              </a:defRPr>
            </a:lvl7pPr>
            <a:lvl8pPr>
              <a:buNone/>
              <a:defRPr sz="2475" b="0">
                <a:solidFill>
                  <a:srgbClr val="F5F1E8"/>
                </a:solidFill>
              </a:defRPr>
            </a:lvl8pPr>
            <a:lvl9pPr>
              <a:buNone/>
              <a:defRPr sz="247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475" b="0">
                <a:solidFill>
                  <a:srgbClr val="F5F1E8"/>
                </a:solidFill>
              </a:defRPr>
            </a:pPr>
            <a:r>
              <a:rPr sz="2475" b="0">
                <a:solidFill>
                  <a:srgbClr val="F5F1E8"/>
                </a:solidFill>
              </a:rPr>
              <a:t>answers met the recorded</a:t>
            </a:r>
          </a:p>
          <a:p xmlns:a="http://schemas.openxmlformats.org/drawingml/2006/main">
            <a:pPr>
              <a:buNone/>
              <a:defRPr sz="2475" b="0">
                <a:solidFill>
                  <a:srgbClr val="F5F1E8"/>
                </a:solidFill>
              </a:defRPr>
            </a:pPr>
            <a:r>
              <a:rPr sz="2475" b="0">
                <a:solidFill>
                  <a:srgbClr val="F5F1E8"/>
                </a:solidFill>
              </a:rPr>
              <a:t>grounding criteria in the retest.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8479F-92B2-4E35-82BD-745393B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33675"/>
            <a:ext cx="233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425" b="1">
                <a:solidFill>
                  <a:srgbClr val="F5F1E8"/>
                </a:solidFill>
              </a:defRPr>
            </a:defPPr>
            <a:lvl1pPr>
              <a:buNone/>
              <a:defRPr sz="4425" b="1">
                <a:solidFill>
                  <a:srgbClr val="F5F1E8"/>
                </a:solidFill>
              </a:defRPr>
            </a:lvl1pPr>
            <a:lvl2pPr>
              <a:buNone/>
              <a:defRPr sz="4425" b="1">
                <a:solidFill>
                  <a:srgbClr val="F5F1E8"/>
                </a:solidFill>
              </a:defRPr>
            </a:lvl2pPr>
            <a:lvl3pPr>
              <a:buNone/>
              <a:defRPr sz="4425" b="1">
                <a:solidFill>
                  <a:srgbClr val="F5F1E8"/>
                </a:solidFill>
              </a:defRPr>
            </a:lvl3pPr>
            <a:lvl4pPr>
              <a:buNone/>
              <a:defRPr sz="4425" b="1">
                <a:solidFill>
                  <a:srgbClr val="F5F1E8"/>
                </a:solidFill>
              </a:defRPr>
            </a:lvl4pPr>
            <a:lvl5pPr>
              <a:buNone/>
              <a:defRPr sz="4425" b="1">
                <a:solidFill>
                  <a:srgbClr val="F5F1E8"/>
                </a:solidFill>
              </a:defRPr>
            </a:lvl5pPr>
            <a:lvl6pPr>
              <a:buNone/>
              <a:defRPr sz="4425" b="1">
                <a:solidFill>
                  <a:srgbClr val="F5F1E8"/>
                </a:solidFill>
              </a:defRPr>
            </a:lvl6pPr>
            <a:lvl7pPr>
              <a:buNone/>
              <a:defRPr sz="4425" b="1">
                <a:solidFill>
                  <a:srgbClr val="F5F1E8"/>
                </a:solidFill>
              </a:defRPr>
            </a:lvl7pPr>
            <a:lvl8pPr>
              <a:buNone/>
              <a:defRPr sz="4425" b="1">
                <a:solidFill>
                  <a:srgbClr val="F5F1E8"/>
                </a:solidFill>
              </a:defRPr>
            </a:lvl8pPr>
            <a:lvl9pPr>
              <a:buNone/>
              <a:defRPr sz="4425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425" b="1">
                <a:solidFill>
                  <a:srgbClr val="F5F1E8"/>
                </a:solidFill>
              </a:defRPr>
            </a:pPr>
            <a:r>
              <a:rPr sz="4425" b="1">
                <a:solidFill>
                  <a:srgbClr val="F5F1E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1F081-E0B1-4173-A3B0-563B9A9D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8615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A4E4BC"/>
                </a:solidFill>
              </a:defRPr>
            </a:defPPr>
            <a:lvl1pPr>
              <a:buNone/>
              <a:defRPr sz="1800" b="0">
                <a:solidFill>
                  <a:srgbClr val="A4E4BC"/>
                </a:solidFill>
              </a:defRPr>
            </a:lvl1pPr>
            <a:lvl2pPr>
              <a:buNone/>
              <a:defRPr sz="1800" b="0">
                <a:solidFill>
                  <a:srgbClr val="A4E4BC"/>
                </a:solidFill>
              </a:defRPr>
            </a:lvl2pPr>
            <a:lvl3pPr>
              <a:buNone/>
              <a:defRPr sz="1800" b="0">
                <a:solidFill>
                  <a:srgbClr val="A4E4BC"/>
                </a:solidFill>
              </a:defRPr>
            </a:lvl3pPr>
            <a:lvl4pPr>
              <a:buNone/>
              <a:defRPr sz="1800" b="0">
                <a:solidFill>
                  <a:srgbClr val="A4E4BC"/>
                </a:solidFill>
              </a:defRPr>
            </a:lvl4pPr>
            <a:lvl5pPr>
              <a:buNone/>
              <a:defRPr sz="1800" b="0">
                <a:solidFill>
                  <a:srgbClr val="A4E4BC"/>
                </a:solidFill>
              </a:defRPr>
            </a:lvl5pPr>
            <a:lvl6pPr>
              <a:buNone/>
              <a:defRPr sz="1800" b="0">
                <a:solidFill>
                  <a:srgbClr val="A4E4BC"/>
                </a:solidFill>
              </a:defRPr>
            </a:lvl6pPr>
            <a:lvl7pPr>
              <a:buNone/>
              <a:defRPr sz="1800" b="0">
                <a:solidFill>
                  <a:srgbClr val="A4E4BC"/>
                </a:solidFill>
              </a:defRPr>
            </a:lvl7pPr>
            <a:lvl8pPr>
              <a:buNone/>
              <a:defRPr sz="1800" b="0">
                <a:solidFill>
                  <a:srgbClr val="A4E4BC"/>
                </a:solidFill>
              </a:defRPr>
            </a:lvl8pPr>
            <a:lvl9pPr>
              <a:buNone/>
              <a:defRPr sz="1800" b="0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A4E4BC"/>
                </a:solidFill>
              </a:defRPr>
            </a:pPr>
            <a:r>
              <a:rPr sz="1800" b="0">
                <a:solidFill>
                  <a:srgbClr val="A4E4BC"/>
                </a:solidFill>
              </a:rPr>
              <a:t>answerable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79730-9933-476C-B488-7E3AF0CF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14800"/>
            <a:ext cx="2619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 b="1">
                <a:solidFill>
                  <a:srgbClr val="F5F1E8"/>
                </a:solidFill>
              </a:defRPr>
            </a:defPPr>
            <a:lvl1pPr>
              <a:buNone/>
              <a:defRPr sz="2550" b="1">
                <a:solidFill>
                  <a:srgbClr val="F5F1E8"/>
                </a:solidFill>
              </a:defRPr>
            </a:lvl1pPr>
            <a:lvl2pPr>
              <a:buNone/>
              <a:defRPr sz="2550" b="1">
                <a:solidFill>
                  <a:srgbClr val="F5F1E8"/>
                </a:solidFill>
              </a:defRPr>
            </a:lvl2pPr>
            <a:lvl3pPr>
              <a:buNone/>
              <a:defRPr sz="2550" b="1">
                <a:solidFill>
                  <a:srgbClr val="F5F1E8"/>
                </a:solidFill>
              </a:defRPr>
            </a:lvl3pPr>
            <a:lvl4pPr>
              <a:buNone/>
              <a:defRPr sz="2550" b="1">
                <a:solidFill>
                  <a:srgbClr val="F5F1E8"/>
                </a:solidFill>
              </a:defRPr>
            </a:lvl4pPr>
            <a:lvl5pPr>
              <a:buNone/>
              <a:defRPr sz="2550" b="1">
                <a:solidFill>
                  <a:srgbClr val="F5F1E8"/>
                </a:solidFill>
              </a:defRPr>
            </a:lvl5pPr>
            <a:lvl6pPr>
              <a:buNone/>
              <a:defRPr sz="2550" b="1">
                <a:solidFill>
                  <a:srgbClr val="F5F1E8"/>
                </a:solidFill>
              </a:defRPr>
            </a:lvl6pPr>
            <a:lvl7pPr>
              <a:buNone/>
              <a:defRPr sz="2550" b="1">
                <a:solidFill>
                  <a:srgbClr val="F5F1E8"/>
                </a:solidFill>
              </a:defRPr>
            </a:lvl7pPr>
            <a:lvl8pPr>
              <a:buNone/>
              <a:defRPr sz="2550" b="1">
                <a:solidFill>
                  <a:srgbClr val="F5F1E8"/>
                </a:solidFill>
              </a:defRPr>
            </a:lvl8pPr>
            <a:lvl9pPr>
              <a:buNone/>
              <a:defRPr sz="25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F1E8"/>
                </a:solidFill>
              </a:defRPr>
            </a:pPr>
            <a:r>
              <a:rPr sz="2550" b="1">
                <a:solidFill>
                  <a:srgbClr val="F5F1E8"/>
                </a:solidFill>
              </a:rPr>
              <a:t>1 mixed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30821-FAEF-4A28-895D-6C4E08BC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05375"/>
            <a:ext cx="2714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 b="1">
                <a:solidFill>
                  <a:srgbClr val="F5F1E8"/>
                </a:solidFill>
              </a:defRPr>
            </a:defPPr>
            <a:lvl1pPr>
              <a:buNone/>
              <a:defRPr sz="2550" b="1">
                <a:solidFill>
                  <a:srgbClr val="F5F1E8"/>
                </a:solidFill>
              </a:defRPr>
            </a:lvl1pPr>
            <a:lvl2pPr>
              <a:buNone/>
              <a:defRPr sz="2550" b="1">
                <a:solidFill>
                  <a:srgbClr val="F5F1E8"/>
                </a:solidFill>
              </a:defRPr>
            </a:lvl2pPr>
            <a:lvl3pPr>
              <a:buNone/>
              <a:defRPr sz="2550" b="1">
                <a:solidFill>
                  <a:srgbClr val="F5F1E8"/>
                </a:solidFill>
              </a:defRPr>
            </a:lvl3pPr>
            <a:lvl4pPr>
              <a:buNone/>
              <a:defRPr sz="2550" b="1">
                <a:solidFill>
                  <a:srgbClr val="F5F1E8"/>
                </a:solidFill>
              </a:defRPr>
            </a:lvl4pPr>
            <a:lvl5pPr>
              <a:buNone/>
              <a:defRPr sz="2550" b="1">
                <a:solidFill>
                  <a:srgbClr val="F5F1E8"/>
                </a:solidFill>
              </a:defRPr>
            </a:lvl5pPr>
            <a:lvl6pPr>
              <a:buNone/>
              <a:defRPr sz="2550" b="1">
                <a:solidFill>
                  <a:srgbClr val="F5F1E8"/>
                </a:solidFill>
              </a:defRPr>
            </a:lvl6pPr>
            <a:lvl7pPr>
              <a:buNone/>
              <a:defRPr sz="2550" b="1">
                <a:solidFill>
                  <a:srgbClr val="F5F1E8"/>
                </a:solidFill>
              </a:defRPr>
            </a:lvl7pPr>
            <a:lvl8pPr>
              <a:buNone/>
              <a:defRPr sz="2550" b="1">
                <a:solidFill>
                  <a:srgbClr val="F5F1E8"/>
                </a:solidFill>
              </a:defRPr>
            </a:lvl8pPr>
            <a:lvl9pPr>
              <a:buNone/>
              <a:defRPr sz="25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F1E8"/>
                </a:solidFill>
              </a:defRPr>
            </a:pPr>
            <a:r>
              <a:rPr sz="2550" b="1">
                <a:solidFill>
                  <a:srgbClr val="F5F1E8"/>
                </a:solidFill>
              </a:rPr>
              <a:t>2 unsupported</a:t>
            </a:r>
          </a:p>
        </p:txBody>
      </p:sp>
    </p:spTree>
    <p:extLst>
      <p:ext uri="{BB962C8B-B14F-4D97-AF65-F5344CB8AC3E}">
        <p14:creationId xmlns:p14="http://schemas.microsoft.com/office/powerpoint/2010/main" val="8724087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FC34B-AC13-4116-A86E-82DFF1B6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TOOLS AND PERMISSIONS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87088D-B028-499B-8E94-5DD74BAD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Two explicit tools.</a:t>
            </a:r>
          </a:p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One enforced boundary.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9FCB2-270D-4C04-B0B5-DA211B30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5095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75" b="1">
                <a:solidFill>
                  <a:srgbClr val="153143"/>
                </a:solidFill>
              </a:defRPr>
            </a:defPPr>
            <a:lvl1pPr>
              <a:buNone/>
              <a:defRPr sz="2775" b="1">
                <a:solidFill>
                  <a:srgbClr val="153143"/>
                </a:solidFill>
              </a:defRPr>
            </a:lvl1pPr>
            <a:lvl2pPr>
              <a:buNone/>
              <a:defRPr sz="2775" b="1">
                <a:solidFill>
                  <a:srgbClr val="153143"/>
                </a:solidFill>
              </a:defRPr>
            </a:lvl2pPr>
            <a:lvl3pPr>
              <a:buNone/>
              <a:defRPr sz="2775" b="1">
                <a:solidFill>
                  <a:srgbClr val="153143"/>
                </a:solidFill>
              </a:defRPr>
            </a:lvl3pPr>
            <a:lvl4pPr>
              <a:buNone/>
              <a:defRPr sz="2775" b="1">
                <a:solidFill>
                  <a:srgbClr val="153143"/>
                </a:solidFill>
              </a:defRPr>
            </a:lvl4pPr>
            <a:lvl5pPr>
              <a:buNone/>
              <a:defRPr sz="2775" b="1">
                <a:solidFill>
                  <a:srgbClr val="153143"/>
                </a:solidFill>
              </a:defRPr>
            </a:lvl5pPr>
            <a:lvl6pPr>
              <a:buNone/>
              <a:defRPr sz="2775" b="1">
                <a:solidFill>
                  <a:srgbClr val="153143"/>
                </a:solidFill>
              </a:defRPr>
            </a:lvl6pPr>
            <a:lvl7pPr>
              <a:buNone/>
              <a:defRPr sz="2775" b="1">
                <a:solidFill>
                  <a:srgbClr val="153143"/>
                </a:solidFill>
              </a:defRPr>
            </a:lvl7pPr>
            <a:lvl8pPr>
              <a:buNone/>
              <a:defRPr sz="2775" b="1">
                <a:solidFill>
                  <a:srgbClr val="153143"/>
                </a:solidFill>
              </a:defRPr>
            </a:lvl8pPr>
            <a:lvl9pPr>
              <a:buNone/>
              <a:defRPr sz="27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775" b="1">
                <a:solidFill>
                  <a:srgbClr val="153143"/>
                </a:solidFill>
              </a:defRPr>
            </a:pPr>
            <a:r>
              <a:rPr sz="2775" b="1">
                <a:solidFill>
                  <a:srgbClr val="153143"/>
                </a:solidFill>
              </a:rPr>
              <a:t>Retrieve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12646-D888-422A-97F7-F58AFCD3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476250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496170"/>
                </a:solidFill>
              </a:defRPr>
            </a:defPPr>
            <a:lvl1pPr>
              <a:buNone/>
              <a:defRPr sz="2175" b="0">
                <a:solidFill>
                  <a:srgbClr val="496170"/>
                </a:solidFill>
              </a:defRPr>
            </a:lvl1pPr>
            <a:lvl2pPr>
              <a:buNone/>
              <a:defRPr sz="2175" b="0">
                <a:solidFill>
                  <a:srgbClr val="496170"/>
                </a:solidFill>
              </a:defRPr>
            </a:lvl2pPr>
            <a:lvl3pPr>
              <a:buNone/>
              <a:defRPr sz="2175" b="0">
                <a:solidFill>
                  <a:srgbClr val="496170"/>
                </a:solidFill>
              </a:defRPr>
            </a:lvl3pPr>
            <a:lvl4pPr>
              <a:buNone/>
              <a:defRPr sz="2175" b="0">
                <a:solidFill>
                  <a:srgbClr val="496170"/>
                </a:solidFill>
              </a:defRPr>
            </a:lvl4pPr>
            <a:lvl5pPr>
              <a:buNone/>
              <a:defRPr sz="2175" b="0">
                <a:solidFill>
                  <a:srgbClr val="496170"/>
                </a:solidFill>
              </a:defRPr>
            </a:lvl5pPr>
            <a:lvl6pPr>
              <a:buNone/>
              <a:defRPr sz="2175" b="0">
                <a:solidFill>
                  <a:srgbClr val="496170"/>
                </a:solidFill>
              </a:defRPr>
            </a:lvl6pPr>
            <a:lvl7pPr>
              <a:buNone/>
              <a:defRPr sz="2175" b="0">
                <a:solidFill>
                  <a:srgbClr val="496170"/>
                </a:solidFill>
              </a:defRPr>
            </a:lvl7pPr>
            <a:lvl8pPr>
              <a:buNone/>
              <a:defRPr sz="2175" b="0">
                <a:solidFill>
                  <a:srgbClr val="496170"/>
                </a:solidFill>
              </a:defRPr>
            </a:lvl8pPr>
            <a:lvl9pPr>
              <a:buNone/>
              <a:defRPr sz="217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Authorized sources</a:t>
            </a:r>
          </a:p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Validated query and result</a:t>
            </a:r>
          </a:p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Inspectable excerpts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C7CC8-958D-4DCA-BE55-433093C6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718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75" b="1">
                <a:solidFill>
                  <a:srgbClr val="153143"/>
                </a:solidFill>
              </a:defRPr>
            </a:defPPr>
            <a:lvl1pPr>
              <a:buNone/>
              <a:defRPr sz="2775" b="1">
                <a:solidFill>
                  <a:srgbClr val="153143"/>
                </a:solidFill>
              </a:defRPr>
            </a:lvl1pPr>
            <a:lvl2pPr>
              <a:buNone/>
              <a:defRPr sz="2775" b="1">
                <a:solidFill>
                  <a:srgbClr val="153143"/>
                </a:solidFill>
              </a:defRPr>
            </a:lvl2pPr>
            <a:lvl3pPr>
              <a:buNone/>
              <a:defRPr sz="2775" b="1">
                <a:solidFill>
                  <a:srgbClr val="153143"/>
                </a:solidFill>
              </a:defRPr>
            </a:lvl3pPr>
            <a:lvl4pPr>
              <a:buNone/>
              <a:defRPr sz="2775" b="1">
                <a:solidFill>
                  <a:srgbClr val="153143"/>
                </a:solidFill>
              </a:defRPr>
            </a:lvl4pPr>
            <a:lvl5pPr>
              <a:buNone/>
              <a:defRPr sz="2775" b="1">
                <a:solidFill>
                  <a:srgbClr val="153143"/>
                </a:solidFill>
              </a:defRPr>
            </a:lvl5pPr>
            <a:lvl6pPr>
              <a:buNone/>
              <a:defRPr sz="2775" b="1">
                <a:solidFill>
                  <a:srgbClr val="153143"/>
                </a:solidFill>
              </a:defRPr>
            </a:lvl6pPr>
            <a:lvl7pPr>
              <a:buNone/>
              <a:defRPr sz="2775" b="1">
                <a:solidFill>
                  <a:srgbClr val="153143"/>
                </a:solidFill>
              </a:defRPr>
            </a:lvl7pPr>
            <a:lvl8pPr>
              <a:buNone/>
              <a:defRPr sz="2775" b="1">
                <a:solidFill>
                  <a:srgbClr val="153143"/>
                </a:solidFill>
              </a:defRPr>
            </a:lvl8pPr>
            <a:lvl9pPr>
              <a:buNone/>
              <a:defRPr sz="27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775" b="1">
                <a:solidFill>
                  <a:srgbClr val="153143"/>
                </a:solidFill>
              </a:defRPr>
            </a:pPr>
            <a:r>
              <a:rPr sz="2775" b="1">
                <a:solidFill>
                  <a:srgbClr val="153143"/>
                </a:solidFill>
              </a:rPr>
              <a:t>Create a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4DE683-F33D-4A04-9A61-2A6C9C5F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62375"/>
            <a:ext cx="4810125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496170"/>
                </a:solidFill>
              </a:defRPr>
            </a:defPPr>
            <a:lvl1pPr>
              <a:buNone/>
              <a:defRPr sz="2175" b="0">
                <a:solidFill>
                  <a:srgbClr val="496170"/>
                </a:solidFill>
              </a:defRPr>
            </a:lvl1pPr>
            <a:lvl2pPr>
              <a:buNone/>
              <a:defRPr sz="2175" b="0">
                <a:solidFill>
                  <a:srgbClr val="496170"/>
                </a:solidFill>
              </a:defRPr>
            </a:lvl2pPr>
            <a:lvl3pPr>
              <a:buNone/>
              <a:defRPr sz="2175" b="0">
                <a:solidFill>
                  <a:srgbClr val="496170"/>
                </a:solidFill>
              </a:defRPr>
            </a:lvl3pPr>
            <a:lvl4pPr>
              <a:buNone/>
              <a:defRPr sz="2175" b="0">
                <a:solidFill>
                  <a:srgbClr val="496170"/>
                </a:solidFill>
              </a:defRPr>
            </a:lvl4pPr>
            <a:lvl5pPr>
              <a:buNone/>
              <a:defRPr sz="2175" b="0">
                <a:solidFill>
                  <a:srgbClr val="496170"/>
                </a:solidFill>
              </a:defRPr>
            </a:lvl5pPr>
            <a:lvl6pPr>
              <a:buNone/>
              <a:defRPr sz="2175" b="0">
                <a:solidFill>
                  <a:srgbClr val="496170"/>
                </a:solidFill>
              </a:defRPr>
            </a:lvl6pPr>
            <a:lvl7pPr>
              <a:buNone/>
              <a:defRPr sz="2175" b="0">
                <a:solidFill>
                  <a:srgbClr val="496170"/>
                </a:solidFill>
              </a:defRPr>
            </a:lvl7pPr>
            <a:lvl8pPr>
              <a:buNone/>
              <a:defRPr sz="2175" b="0">
                <a:solidFill>
                  <a:srgbClr val="496170"/>
                </a:solidFill>
              </a:defRPr>
            </a:lvl8pPr>
            <a:lvl9pPr>
              <a:buNone/>
              <a:defRPr sz="217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Local record</a:t>
            </a:r>
          </a:p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Expected and observed behavior</a:t>
            </a:r>
          </a:p>
          <a:p xmlns:a="http://schemas.openxmlformats.org/drawingml/2006/main">
            <a:pPr>
              <a:buNone/>
              <a:defRPr sz="2175" b="0">
                <a:solidFill>
                  <a:srgbClr val="496170"/>
                </a:solidFill>
              </a:defRPr>
            </a:pPr>
            <a:r>
              <a:rPr sz="2175" b="0">
                <a:solidFill>
                  <a:srgbClr val="496170"/>
                </a:solidFill>
              </a:rPr>
              <a:t>submitted = false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FDFF1-52DC-48E3-A09B-F36C2FD0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67400"/>
            <a:ext cx="10572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207958"/>
                </a:solidFill>
              </a:defRPr>
            </a:defPPr>
            <a:lvl1pPr>
              <a:buNone/>
              <a:defRPr sz="1875" b="1">
                <a:solidFill>
                  <a:srgbClr val="207958"/>
                </a:solidFill>
              </a:defRPr>
            </a:lvl1pPr>
            <a:lvl2pPr>
              <a:buNone/>
              <a:defRPr sz="1875" b="1">
                <a:solidFill>
                  <a:srgbClr val="207958"/>
                </a:solidFill>
              </a:defRPr>
            </a:lvl2pPr>
            <a:lvl3pPr>
              <a:buNone/>
              <a:defRPr sz="1875" b="1">
                <a:solidFill>
                  <a:srgbClr val="207958"/>
                </a:solidFill>
              </a:defRPr>
            </a:lvl3pPr>
            <a:lvl4pPr>
              <a:buNone/>
              <a:defRPr sz="1875" b="1">
                <a:solidFill>
                  <a:srgbClr val="207958"/>
                </a:solidFill>
              </a:defRPr>
            </a:lvl4pPr>
            <a:lvl5pPr>
              <a:buNone/>
              <a:defRPr sz="1875" b="1">
                <a:solidFill>
                  <a:srgbClr val="207958"/>
                </a:solidFill>
              </a:defRPr>
            </a:lvl5pPr>
            <a:lvl6pPr>
              <a:buNone/>
              <a:defRPr sz="1875" b="1">
                <a:solidFill>
                  <a:srgbClr val="207958"/>
                </a:solidFill>
              </a:defRPr>
            </a:lvl6pPr>
            <a:lvl7pPr>
              <a:buNone/>
              <a:defRPr sz="1875" b="1">
                <a:solidFill>
                  <a:srgbClr val="207958"/>
                </a:solidFill>
              </a:defRPr>
            </a:lvl7pPr>
            <a:lvl8pPr>
              <a:buNone/>
              <a:defRPr sz="1875" b="1">
                <a:solidFill>
                  <a:srgbClr val="207958"/>
                </a:solidFill>
              </a:defRPr>
            </a:lvl8pPr>
            <a:lvl9pPr>
              <a:buNone/>
              <a:defRPr sz="1875" b="1">
                <a:solidFill>
                  <a:srgbClr val="207958"/>
                </a:solidFill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207958"/>
                </a:solidFill>
              </a:defRPr>
            </a:pPr>
            <a:r>
              <a:rPr sz="1875" b="1">
                <a:solidFill>
                  <a:srgbClr val="207958"/>
                </a:solidFill>
              </a:rPr>
              <a:t>Publication, merging, deployment and shell access remain outside the allow-list.</a:t>
            </a:r>
          </a:p>
        </p:txBody>
      </p:sp>
    </p:spTree>
    <p:extLst>
      <p:ext uri="{BB962C8B-B14F-4D97-AF65-F5344CB8AC3E}">
        <p14:creationId xmlns:p14="http://schemas.microsoft.com/office/powerpoint/2010/main" val="7957870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71F6F-8D10-4D77-8177-65B0E932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BOUNDED AGENCY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17242-C7F0-4042-B2AC-63486765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The next step depends on the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D9631-2FF3-4107-9413-4BEAF1A5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2714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8850" b="1">
                <a:solidFill>
                  <a:srgbClr val="A4E4BC"/>
                </a:solidFill>
              </a:defRPr>
            </a:defPPr>
            <a:lvl1pPr>
              <a:buNone/>
              <a:defRPr sz="8850" b="1">
                <a:solidFill>
                  <a:srgbClr val="A4E4BC"/>
                </a:solidFill>
              </a:defRPr>
            </a:lvl1pPr>
            <a:lvl2pPr>
              <a:buNone/>
              <a:defRPr sz="8850" b="1">
                <a:solidFill>
                  <a:srgbClr val="A4E4BC"/>
                </a:solidFill>
              </a:defRPr>
            </a:lvl2pPr>
            <a:lvl3pPr>
              <a:buNone/>
              <a:defRPr sz="8850" b="1">
                <a:solidFill>
                  <a:srgbClr val="A4E4BC"/>
                </a:solidFill>
              </a:defRPr>
            </a:lvl3pPr>
            <a:lvl4pPr>
              <a:buNone/>
              <a:defRPr sz="8850" b="1">
                <a:solidFill>
                  <a:srgbClr val="A4E4BC"/>
                </a:solidFill>
              </a:defRPr>
            </a:lvl4pPr>
            <a:lvl5pPr>
              <a:buNone/>
              <a:defRPr sz="8850" b="1">
                <a:solidFill>
                  <a:srgbClr val="A4E4BC"/>
                </a:solidFill>
              </a:defRPr>
            </a:lvl5pPr>
            <a:lvl6pPr>
              <a:buNone/>
              <a:defRPr sz="8850" b="1">
                <a:solidFill>
                  <a:srgbClr val="A4E4BC"/>
                </a:solidFill>
              </a:defRPr>
            </a:lvl6pPr>
            <a:lvl7pPr>
              <a:buNone/>
              <a:defRPr sz="8850" b="1">
                <a:solidFill>
                  <a:srgbClr val="A4E4BC"/>
                </a:solidFill>
              </a:defRPr>
            </a:lvl7pPr>
            <a:lvl8pPr>
              <a:buNone/>
              <a:defRPr sz="8850" b="1">
                <a:solidFill>
                  <a:srgbClr val="A4E4BC"/>
                </a:solidFill>
              </a:defRPr>
            </a:lvl8pPr>
            <a:lvl9pPr>
              <a:buNone/>
              <a:defRPr sz="88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8850" b="1">
                <a:solidFill>
                  <a:srgbClr val="A4E4BC"/>
                </a:solidFill>
              </a:defRPr>
            </a:pPr>
            <a:r>
              <a:rPr sz="8850" b="1">
                <a:solidFill>
                  <a:srgbClr val="A4E4BC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BDEEC-A00E-4A28-BD75-568CC49D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1955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F5F1E8"/>
                </a:solidFill>
              </a:defRPr>
            </a:defPPr>
            <a:lvl1pPr>
              <a:buNone/>
              <a:defRPr sz="2325" b="0">
                <a:solidFill>
                  <a:srgbClr val="F5F1E8"/>
                </a:solidFill>
              </a:defRPr>
            </a:lvl1pPr>
            <a:lvl2pPr>
              <a:buNone/>
              <a:defRPr sz="2325" b="0">
                <a:solidFill>
                  <a:srgbClr val="F5F1E8"/>
                </a:solidFill>
              </a:defRPr>
            </a:lvl2pPr>
            <a:lvl3pPr>
              <a:buNone/>
              <a:defRPr sz="2325" b="0">
                <a:solidFill>
                  <a:srgbClr val="F5F1E8"/>
                </a:solidFill>
              </a:defRPr>
            </a:lvl3pPr>
            <a:lvl4pPr>
              <a:buNone/>
              <a:defRPr sz="2325" b="0">
                <a:solidFill>
                  <a:srgbClr val="F5F1E8"/>
                </a:solidFill>
              </a:defRPr>
            </a:lvl4pPr>
            <a:lvl5pPr>
              <a:buNone/>
              <a:defRPr sz="2325" b="0">
                <a:solidFill>
                  <a:srgbClr val="F5F1E8"/>
                </a:solidFill>
              </a:defRPr>
            </a:lvl5pPr>
            <a:lvl6pPr>
              <a:buNone/>
              <a:defRPr sz="2325" b="0">
                <a:solidFill>
                  <a:srgbClr val="F5F1E8"/>
                </a:solidFill>
              </a:defRPr>
            </a:lvl6pPr>
            <a:lvl7pPr>
              <a:buNone/>
              <a:defRPr sz="2325" b="0">
                <a:solidFill>
                  <a:srgbClr val="F5F1E8"/>
                </a:solidFill>
              </a:defRPr>
            </a:lvl7pPr>
            <a:lvl8pPr>
              <a:buNone/>
              <a:defRPr sz="2325" b="0">
                <a:solidFill>
                  <a:srgbClr val="F5F1E8"/>
                </a:solidFill>
              </a:defRPr>
            </a:lvl8pPr>
            <a:lvl9pPr>
              <a:buNone/>
              <a:defRPr sz="232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iterations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80478-9F7E-4B9E-BA4F-AFAF432E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43175"/>
            <a:ext cx="2714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8850" b="1">
                <a:solidFill>
                  <a:srgbClr val="A4E4BC"/>
                </a:solidFill>
              </a:defRPr>
            </a:defPPr>
            <a:lvl1pPr>
              <a:buNone/>
              <a:defRPr sz="8850" b="1">
                <a:solidFill>
                  <a:srgbClr val="A4E4BC"/>
                </a:solidFill>
              </a:defRPr>
            </a:lvl1pPr>
            <a:lvl2pPr>
              <a:buNone/>
              <a:defRPr sz="8850" b="1">
                <a:solidFill>
                  <a:srgbClr val="A4E4BC"/>
                </a:solidFill>
              </a:defRPr>
            </a:lvl2pPr>
            <a:lvl3pPr>
              <a:buNone/>
              <a:defRPr sz="8850" b="1">
                <a:solidFill>
                  <a:srgbClr val="A4E4BC"/>
                </a:solidFill>
              </a:defRPr>
            </a:lvl3pPr>
            <a:lvl4pPr>
              <a:buNone/>
              <a:defRPr sz="8850" b="1">
                <a:solidFill>
                  <a:srgbClr val="A4E4BC"/>
                </a:solidFill>
              </a:defRPr>
            </a:lvl4pPr>
            <a:lvl5pPr>
              <a:buNone/>
              <a:defRPr sz="8850" b="1">
                <a:solidFill>
                  <a:srgbClr val="A4E4BC"/>
                </a:solidFill>
              </a:defRPr>
            </a:lvl5pPr>
            <a:lvl6pPr>
              <a:buNone/>
              <a:defRPr sz="8850" b="1">
                <a:solidFill>
                  <a:srgbClr val="A4E4BC"/>
                </a:solidFill>
              </a:defRPr>
            </a:lvl6pPr>
            <a:lvl7pPr>
              <a:buNone/>
              <a:defRPr sz="8850" b="1">
                <a:solidFill>
                  <a:srgbClr val="A4E4BC"/>
                </a:solidFill>
              </a:defRPr>
            </a:lvl7pPr>
            <a:lvl8pPr>
              <a:buNone/>
              <a:defRPr sz="8850" b="1">
                <a:solidFill>
                  <a:srgbClr val="A4E4BC"/>
                </a:solidFill>
              </a:defRPr>
            </a:lvl8pPr>
            <a:lvl9pPr>
              <a:buNone/>
              <a:defRPr sz="88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8850" b="1">
                <a:solidFill>
                  <a:srgbClr val="A4E4BC"/>
                </a:solidFill>
              </a:defRPr>
            </a:pPr>
            <a:r>
              <a:rPr sz="8850" b="1">
                <a:solidFill>
                  <a:srgbClr val="A4E4BC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C1651-FC39-49E9-9AEB-8D8AFF5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1955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F5F1E8"/>
                </a:solidFill>
              </a:defRPr>
            </a:defPPr>
            <a:lvl1pPr>
              <a:buNone/>
              <a:defRPr sz="2325" b="0">
                <a:solidFill>
                  <a:srgbClr val="F5F1E8"/>
                </a:solidFill>
              </a:defRPr>
            </a:lvl1pPr>
            <a:lvl2pPr>
              <a:buNone/>
              <a:defRPr sz="2325" b="0">
                <a:solidFill>
                  <a:srgbClr val="F5F1E8"/>
                </a:solidFill>
              </a:defRPr>
            </a:lvl2pPr>
            <a:lvl3pPr>
              <a:buNone/>
              <a:defRPr sz="2325" b="0">
                <a:solidFill>
                  <a:srgbClr val="F5F1E8"/>
                </a:solidFill>
              </a:defRPr>
            </a:lvl3pPr>
            <a:lvl4pPr>
              <a:buNone/>
              <a:defRPr sz="2325" b="0">
                <a:solidFill>
                  <a:srgbClr val="F5F1E8"/>
                </a:solidFill>
              </a:defRPr>
            </a:lvl4pPr>
            <a:lvl5pPr>
              <a:buNone/>
              <a:defRPr sz="2325" b="0">
                <a:solidFill>
                  <a:srgbClr val="F5F1E8"/>
                </a:solidFill>
              </a:defRPr>
            </a:lvl5pPr>
            <a:lvl6pPr>
              <a:buNone/>
              <a:defRPr sz="2325" b="0">
                <a:solidFill>
                  <a:srgbClr val="F5F1E8"/>
                </a:solidFill>
              </a:defRPr>
            </a:lvl6pPr>
            <a:lvl7pPr>
              <a:buNone/>
              <a:defRPr sz="2325" b="0">
                <a:solidFill>
                  <a:srgbClr val="F5F1E8"/>
                </a:solidFill>
              </a:defRPr>
            </a:lvl7pPr>
            <a:lvl8pPr>
              <a:buNone/>
              <a:defRPr sz="2325" b="0">
                <a:solidFill>
                  <a:srgbClr val="F5F1E8"/>
                </a:solidFill>
              </a:defRPr>
            </a:lvl8pPr>
            <a:lvl9pPr>
              <a:buNone/>
              <a:defRPr sz="232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retrievals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8D645-AC73-466B-9A9F-0877CB77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43175"/>
            <a:ext cx="2714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8850" b="1">
                <a:solidFill>
                  <a:srgbClr val="A4E4BC"/>
                </a:solidFill>
              </a:defRPr>
            </a:defPPr>
            <a:lvl1pPr>
              <a:buNone/>
              <a:defRPr sz="8850" b="1">
                <a:solidFill>
                  <a:srgbClr val="A4E4BC"/>
                </a:solidFill>
              </a:defRPr>
            </a:lvl1pPr>
            <a:lvl2pPr>
              <a:buNone/>
              <a:defRPr sz="8850" b="1">
                <a:solidFill>
                  <a:srgbClr val="A4E4BC"/>
                </a:solidFill>
              </a:defRPr>
            </a:lvl2pPr>
            <a:lvl3pPr>
              <a:buNone/>
              <a:defRPr sz="8850" b="1">
                <a:solidFill>
                  <a:srgbClr val="A4E4BC"/>
                </a:solidFill>
              </a:defRPr>
            </a:lvl3pPr>
            <a:lvl4pPr>
              <a:buNone/>
              <a:defRPr sz="8850" b="1">
                <a:solidFill>
                  <a:srgbClr val="A4E4BC"/>
                </a:solidFill>
              </a:defRPr>
            </a:lvl4pPr>
            <a:lvl5pPr>
              <a:buNone/>
              <a:defRPr sz="8850" b="1">
                <a:solidFill>
                  <a:srgbClr val="A4E4BC"/>
                </a:solidFill>
              </a:defRPr>
            </a:lvl5pPr>
            <a:lvl6pPr>
              <a:buNone/>
              <a:defRPr sz="8850" b="1">
                <a:solidFill>
                  <a:srgbClr val="A4E4BC"/>
                </a:solidFill>
              </a:defRPr>
            </a:lvl6pPr>
            <a:lvl7pPr>
              <a:buNone/>
              <a:defRPr sz="8850" b="1">
                <a:solidFill>
                  <a:srgbClr val="A4E4BC"/>
                </a:solidFill>
              </a:defRPr>
            </a:lvl7pPr>
            <a:lvl8pPr>
              <a:buNone/>
              <a:defRPr sz="8850" b="1">
                <a:solidFill>
                  <a:srgbClr val="A4E4BC"/>
                </a:solidFill>
              </a:defRPr>
            </a:lvl8pPr>
            <a:lvl9pPr>
              <a:buNone/>
              <a:defRPr sz="88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8850" b="1">
                <a:solidFill>
                  <a:srgbClr val="A4E4BC"/>
                </a:solidFill>
              </a:defRPr>
            </a:pPr>
            <a:r>
              <a:rPr sz="8850" b="1">
                <a:solidFill>
                  <a:srgbClr val="A4E4B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0E686-776A-43D1-ABC0-576258DA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F5F1E8"/>
                </a:solidFill>
              </a:defRPr>
            </a:defPPr>
            <a:lvl1pPr>
              <a:buNone/>
              <a:defRPr sz="2325" b="0">
                <a:solidFill>
                  <a:srgbClr val="F5F1E8"/>
                </a:solidFill>
              </a:defRPr>
            </a:lvl1pPr>
            <a:lvl2pPr>
              <a:buNone/>
              <a:defRPr sz="2325" b="0">
                <a:solidFill>
                  <a:srgbClr val="F5F1E8"/>
                </a:solidFill>
              </a:defRPr>
            </a:lvl2pPr>
            <a:lvl3pPr>
              <a:buNone/>
              <a:defRPr sz="2325" b="0">
                <a:solidFill>
                  <a:srgbClr val="F5F1E8"/>
                </a:solidFill>
              </a:defRPr>
            </a:lvl3pPr>
            <a:lvl4pPr>
              <a:buNone/>
              <a:defRPr sz="2325" b="0">
                <a:solidFill>
                  <a:srgbClr val="F5F1E8"/>
                </a:solidFill>
              </a:defRPr>
            </a:lvl4pPr>
            <a:lvl5pPr>
              <a:buNone/>
              <a:defRPr sz="2325" b="0">
                <a:solidFill>
                  <a:srgbClr val="F5F1E8"/>
                </a:solidFill>
              </a:defRPr>
            </a:lvl5pPr>
            <a:lvl6pPr>
              <a:buNone/>
              <a:defRPr sz="2325" b="0">
                <a:solidFill>
                  <a:srgbClr val="F5F1E8"/>
                </a:solidFill>
              </a:defRPr>
            </a:lvl6pPr>
            <a:lvl7pPr>
              <a:buNone/>
              <a:defRPr sz="2325" b="0">
                <a:solidFill>
                  <a:srgbClr val="F5F1E8"/>
                </a:solidFill>
              </a:defRPr>
            </a:lvl7pPr>
            <a:lvl8pPr>
              <a:buNone/>
              <a:defRPr sz="2325" b="0">
                <a:solidFill>
                  <a:srgbClr val="F5F1E8"/>
                </a:solidFill>
              </a:defRPr>
            </a:lvl8pPr>
            <a:lvl9pPr>
              <a:buNone/>
              <a:defRPr sz="232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local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2EA20-AFC2-4D07-8420-B470A6E4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 b="1">
                <a:solidFill>
                  <a:srgbClr val="F5F1E8"/>
                </a:solidFill>
              </a:defRPr>
            </a:defPPr>
            <a:lvl1pPr>
              <a:buNone/>
              <a:defRPr sz="2550" b="1">
                <a:solidFill>
                  <a:srgbClr val="F5F1E8"/>
                </a:solidFill>
              </a:defRPr>
            </a:lvl1pPr>
            <a:lvl2pPr>
              <a:buNone/>
              <a:defRPr sz="2550" b="1">
                <a:solidFill>
                  <a:srgbClr val="F5F1E8"/>
                </a:solidFill>
              </a:defRPr>
            </a:lvl2pPr>
            <a:lvl3pPr>
              <a:buNone/>
              <a:defRPr sz="2550" b="1">
                <a:solidFill>
                  <a:srgbClr val="F5F1E8"/>
                </a:solidFill>
              </a:defRPr>
            </a:lvl3pPr>
            <a:lvl4pPr>
              <a:buNone/>
              <a:defRPr sz="2550" b="1">
                <a:solidFill>
                  <a:srgbClr val="F5F1E8"/>
                </a:solidFill>
              </a:defRPr>
            </a:lvl4pPr>
            <a:lvl5pPr>
              <a:buNone/>
              <a:defRPr sz="2550" b="1">
                <a:solidFill>
                  <a:srgbClr val="F5F1E8"/>
                </a:solidFill>
              </a:defRPr>
            </a:lvl5pPr>
            <a:lvl6pPr>
              <a:buNone/>
              <a:defRPr sz="2550" b="1">
                <a:solidFill>
                  <a:srgbClr val="F5F1E8"/>
                </a:solidFill>
              </a:defRPr>
            </a:lvl6pPr>
            <a:lvl7pPr>
              <a:buNone/>
              <a:defRPr sz="2550" b="1">
                <a:solidFill>
                  <a:srgbClr val="F5F1E8"/>
                </a:solidFill>
              </a:defRPr>
            </a:lvl7pPr>
            <a:lvl8pPr>
              <a:buNone/>
              <a:defRPr sz="2550" b="1">
                <a:solidFill>
                  <a:srgbClr val="F5F1E8"/>
                </a:solidFill>
              </a:defRPr>
            </a:lvl8pPr>
            <a:lvl9pPr>
              <a:buNone/>
              <a:defRPr sz="25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F1E8"/>
                </a:solidFill>
              </a:defRPr>
            </a:pPr>
            <a:r>
              <a:rPr sz="2550" b="1">
                <a:solidFill>
                  <a:srgbClr val="F5F1E8"/>
                </a:solidFill>
              </a:rPr>
              <a:t>A retrieval fails. The agent retrieves again. A draft is saved.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A41EC-17B7-48DC-9E7B-739E25CD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48375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A4E4BC"/>
                </a:solidFill>
              </a:defRPr>
            </a:defPPr>
            <a:lvl1pPr>
              <a:buNone/>
              <a:defRPr sz="1650" b="0">
                <a:solidFill>
                  <a:srgbClr val="A4E4BC"/>
                </a:solidFill>
              </a:defRPr>
            </a:lvl1pPr>
            <a:lvl2pPr>
              <a:buNone/>
              <a:defRPr sz="1650" b="0">
                <a:solidFill>
                  <a:srgbClr val="A4E4BC"/>
                </a:solidFill>
              </a:defRPr>
            </a:lvl2pPr>
            <a:lvl3pPr>
              <a:buNone/>
              <a:defRPr sz="1650" b="0">
                <a:solidFill>
                  <a:srgbClr val="A4E4BC"/>
                </a:solidFill>
              </a:defRPr>
            </a:lvl3pPr>
            <a:lvl4pPr>
              <a:buNone/>
              <a:defRPr sz="1650" b="0">
                <a:solidFill>
                  <a:srgbClr val="A4E4BC"/>
                </a:solidFill>
              </a:defRPr>
            </a:lvl4pPr>
            <a:lvl5pPr>
              <a:buNone/>
              <a:defRPr sz="1650" b="0">
                <a:solidFill>
                  <a:srgbClr val="A4E4BC"/>
                </a:solidFill>
              </a:defRPr>
            </a:lvl5pPr>
            <a:lvl6pPr>
              <a:buNone/>
              <a:defRPr sz="1650" b="0">
                <a:solidFill>
                  <a:srgbClr val="A4E4BC"/>
                </a:solidFill>
              </a:defRPr>
            </a:lvl6pPr>
            <a:lvl7pPr>
              <a:buNone/>
              <a:defRPr sz="1650" b="0">
                <a:solidFill>
                  <a:srgbClr val="A4E4BC"/>
                </a:solidFill>
              </a:defRPr>
            </a:lvl7pPr>
            <a:lvl8pPr>
              <a:buNone/>
              <a:defRPr sz="1650" b="0">
                <a:solidFill>
                  <a:srgbClr val="A4E4BC"/>
                </a:solidFill>
              </a:defRPr>
            </a:lvl8pPr>
            <a:lvl9pPr>
              <a:buNone/>
              <a:defRPr sz="1650" b="0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A4E4BC"/>
                </a:solidFill>
              </a:defRPr>
            </a:pPr>
            <a:r>
              <a:rPr sz="1650" b="0">
                <a:solidFill>
                  <a:srgbClr val="A4E4BC"/>
                </a:solidFill>
              </a:rPr>
              <a:t>Normal, adversarial and controlled-recovery traces retained</a:t>
            </a:r>
          </a:p>
        </p:txBody>
      </p:sp>
    </p:spTree>
    <p:extLst>
      <p:ext uri="{BB962C8B-B14F-4D97-AF65-F5344CB8AC3E}">
        <p14:creationId xmlns:p14="http://schemas.microsoft.com/office/powerpoint/2010/main" val="18690851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A5009-4FE5-4AFD-A965-E6EFF58F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STATE AND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4EDF1-8D3C-4A55-824E-57D75ABC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History informs the next run.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CB06-C408-46F4-96DD-F2116229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857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875" b="1">
                <a:solidFill>
                  <a:srgbClr val="207958"/>
                </a:solidFill>
              </a:defRPr>
            </a:defPPr>
            <a:lvl1pPr>
              <a:buNone/>
              <a:defRPr sz="10875" b="1">
                <a:solidFill>
                  <a:srgbClr val="207958"/>
                </a:solidFill>
              </a:defRPr>
            </a:lvl1pPr>
            <a:lvl2pPr>
              <a:buNone/>
              <a:defRPr sz="10875" b="1">
                <a:solidFill>
                  <a:srgbClr val="207958"/>
                </a:solidFill>
              </a:defRPr>
            </a:lvl2pPr>
            <a:lvl3pPr>
              <a:buNone/>
              <a:defRPr sz="10875" b="1">
                <a:solidFill>
                  <a:srgbClr val="207958"/>
                </a:solidFill>
              </a:defRPr>
            </a:lvl3pPr>
            <a:lvl4pPr>
              <a:buNone/>
              <a:defRPr sz="10875" b="1">
                <a:solidFill>
                  <a:srgbClr val="207958"/>
                </a:solidFill>
              </a:defRPr>
            </a:lvl4pPr>
            <a:lvl5pPr>
              <a:buNone/>
              <a:defRPr sz="10875" b="1">
                <a:solidFill>
                  <a:srgbClr val="207958"/>
                </a:solidFill>
              </a:defRPr>
            </a:lvl5pPr>
            <a:lvl6pPr>
              <a:buNone/>
              <a:defRPr sz="10875" b="1">
                <a:solidFill>
                  <a:srgbClr val="207958"/>
                </a:solidFill>
              </a:defRPr>
            </a:lvl6pPr>
            <a:lvl7pPr>
              <a:buNone/>
              <a:defRPr sz="10875" b="1">
                <a:solidFill>
                  <a:srgbClr val="207958"/>
                </a:solidFill>
              </a:defRPr>
            </a:lvl7pPr>
            <a:lvl8pPr>
              <a:buNone/>
              <a:defRPr sz="10875" b="1">
                <a:solidFill>
                  <a:srgbClr val="207958"/>
                </a:solidFill>
              </a:defRPr>
            </a:lvl8pPr>
            <a:lvl9pPr>
              <a:buNone/>
              <a:defRPr sz="10875" b="1">
                <a:solidFill>
                  <a:srgbClr val="207958"/>
                </a:solidFill>
              </a:defRPr>
            </a:lvl9pPr>
          </a:lstStyle>
          <a:p xmlns:a="http://schemas.openxmlformats.org/drawingml/2006/main">
            <a:pPr>
              <a:buNone/>
              <a:defRPr sz="10875" b="1">
                <a:solidFill>
                  <a:srgbClr val="207958"/>
                </a:solidFill>
              </a:defRPr>
            </a:pPr>
            <a:r>
              <a:rPr sz="10875" b="1">
                <a:solidFill>
                  <a:srgbClr val="207958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81789-7295-4B88-8A3A-3FF92CDA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419600"/>
            <a:ext cx="4762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53143"/>
                </a:solidFill>
              </a:defRPr>
            </a:defPPr>
            <a:lvl1pPr>
              <a:buNone/>
              <a:defRPr sz="2475" b="1">
                <a:solidFill>
                  <a:srgbClr val="153143"/>
                </a:solidFill>
              </a:defRPr>
            </a:lvl1pPr>
            <a:lvl2pPr>
              <a:buNone/>
              <a:defRPr sz="2475" b="1">
                <a:solidFill>
                  <a:srgbClr val="153143"/>
                </a:solidFill>
              </a:defRPr>
            </a:lvl2pPr>
            <a:lvl3pPr>
              <a:buNone/>
              <a:defRPr sz="2475" b="1">
                <a:solidFill>
                  <a:srgbClr val="153143"/>
                </a:solidFill>
              </a:defRPr>
            </a:lvl3pPr>
            <a:lvl4pPr>
              <a:buNone/>
              <a:defRPr sz="2475" b="1">
                <a:solidFill>
                  <a:srgbClr val="153143"/>
                </a:solidFill>
              </a:defRPr>
            </a:lvl4pPr>
            <a:lvl5pPr>
              <a:buNone/>
              <a:defRPr sz="2475" b="1">
                <a:solidFill>
                  <a:srgbClr val="153143"/>
                </a:solidFill>
              </a:defRPr>
            </a:lvl5pPr>
            <a:lvl6pPr>
              <a:buNone/>
              <a:defRPr sz="2475" b="1">
                <a:solidFill>
                  <a:srgbClr val="153143"/>
                </a:solidFill>
              </a:defRPr>
            </a:lvl6pPr>
            <a:lvl7pPr>
              <a:buNone/>
              <a:defRPr sz="2475" b="1">
                <a:solidFill>
                  <a:srgbClr val="153143"/>
                </a:solidFill>
              </a:defRPr>
            </a:lvl7pPr>
            <a:lvl8pPr>
              <a:buNone/>
              <a:defRPr sz="2475" b="1">
                <a:solidFill>
                  <a:srgbClr val="153143"/>
                </a:solidFill>
              </a:defRPr>
            </a:lvl8pPr>
            <a:lvl9pPr>
              <a:buNone/>
              <a:defRPr sz="247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53143"/>
                </a:solidFill>
              </a:defRPr>
            </a:pPr>
            <a:r>
              <a:rPr sz="2475" b="1">
                <a:solidFill>
                  <a:srgbClr val="153143"/>
                </a:solidFill>
              </a:rPr>
              <a:t>earlier report available</a:t>
            </a:r>
          </a:p>
          <a:p xmlns:a="http://schemas.openxmlformats.org/drawingml/2006/main">
            <a:pPr>
              <a:buNone/>
              <a:defRPr sz="2475" b="1">
                <a:solidFill>
                  <a:srgbClr val="153143"/>
                </a:solidFill>
              </a:defRPr>
            </a:pPr>
            <a:r>
              <a:rPr sz="2475" b="1">
                <a:solidFill>
                  <a:srgbClr val="153143"/>
                </a:solidFill>
              </a:rPr>
              <a:t>to the second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F8B67-118B-4979-A931-4E8CD30C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53911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153143"/>
                </a:solidFill>
              </a:defRPr>
            </a:defPPr>
            <a:lvl1pPr>
              <a:buNone/>
              <a:defRPr sz="2325" b="0">
                <a:solidFill>
                  <a:srgbClr val="153143"/>
                </a:solidFill>
              </a:defRPr>
            </a:lvl1pPr>
            <a:lvl2pPr>
              <a:buNone/>
              <a:defRPr sz="2325" b="0">
                <a:solidFill>
                  <a:srgbClr val="153143"/>
                </a:solidFill>
              </a:defRPr>
            </a:lvl2pPr>
            <a:lvl3pPr>
              <a:buNone/>
              <a:defRPr sz="2325" b="0">
                <a:solidFill>
                  <a:srgbClr val="153143"/>
                </a:solidFill>
              </a:defRPr>
            </a:lvl3pPr>
            <a:lvl4pPr>
              <a:buNone/>
              <a:defRPr sz="2325" b="0">
                <a:solidFill>
                  <a:srgbClr val="153143"/>
                </a:solidFill>
              </a:defRPr>
            </a:lvl4pPr>
            <a:lvl5pPr>
              <a:buNone/>
              <a:defRPr sz="2325" b="0">
                <a:solidFill>
                  <a:srgbClr val="153143"/>
                </a:solidFill>
              </a:defRPr>
            </a:lvl5pPr>
            <a:lvl6pPr>
              <a:buNone/>
              <a:defRPr sz="2325" b="0">
                <a:solidFill>
                  <a:srgbClr val="153143"/>
                </a:solidFill>
              </a:defRPr>
            </a:lvl6pPr>
            <a:lvl7pPr>
              <a:buNone/>
              <a:defRPr sz="2325" b="0">
                <a:solidFill>
                  <a:srgbClr val="153143"/>
                </a:solidFill>
              </a:defRPr>
            </a:lvl7pPr>
            <a:lvl8pPr>
              <a:buNone/>
              <a:defRPr sz="2325" b="0">
                <a:solidFill>
                  <a:srgbClr val="153143"/>
                </a:solidFill>
              </a:defRPr>
            </a:lvl8pPr>
            <a:lvl9pPr>
              <a:buNone/>
              <a:defRPr sz="2325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153143"/>
                </a:solidFill>
              </a:defRPr>
            </a:pPr>
            <a:r>
              <a:rPr sz="2325" b="0">
                <a:solidFill>
                  <a:srgbClr val="153143"/>
                </a:solidFill>
              </a:rPr>
              <a:t>Fresh retrieval still occurs.</a:t>
            </a:r>
          </a:p>
          <a:p xmlns:a="http://schemas.openxmlformats.org/drawingml/2006/main">
            <a:pPr>
              <a:buNone/>
              <a:defRPr sz="2325" b="0">
                <a:solidFill>
                  <a:srgbClr val="153143"/>
                </a:solidFill>
              </a:defRPr>
            </a:pPr>
            <a:r>
              <a:rPr sz="2325" b="0">
                <a:solidFill>
                  <a:srgbClr val="153143"/>
                </a:solidFill>
              </a:rPr>
              <a:t>Prior outcomes do not grant approval.</a:t>
            </a:r>
          </a:p>
          <a:p xmlns:a="http://schemas.openxmlformats.org/drawingml/2006/main">
            <a:pPr>
              <a:buNone/>
              <a:defRPr sz="2325" b="0">
                <a:solidFill>
                  <a:srgbClr val="153143"/>
                </a:solidFill>
              </a:defRPr>
            </a:pPr>
            <a:r>
              <a:rPr sz="2325" b="0">
                <a:solidFill>
                  <a:srgbClr val="153143"/>
                </a:solidFill>
              </a:rPr>
              <a:t>Deletion removed both retained summaries.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580F1-2A43-4699-9D87-2FB529CF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00700"/>
            <a:ext cx="5334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96170"/>
                </a:solidFill>
              </a:defRPr>
            </a:defPPr>
            <a:lvl1pPr>
              <a:buNone/>
              <a:defRPr sz="1875" b="0">
                <a:solidFill>
                  <a:srgbClr val="496170"/>
                </a:solidFill>
              </a:defRPr>
            </a:lvl1pPr>
            <a:lvl2pPr>
              <a:buNone/>
              <a:defRPr sz="1875" b="0">
                <a:solidFill>
                  <a:srgbClr val="496170"/>
                </a:solidFill>
              </a:defRPr>
            </a:lvl2pPr>
            <a:lvl3pPr>
              <a:buNone/>
              <a:defRPr sz="1875" b="0">
                <a:solidFill>
                  <a:srgbClr val="496170"/>
                </a:solidFill>
              </a:defRPr>
            </a:lvl3pPr>
            <a:lvl4pPr>
              <a:buNone/>
              <a:defRPr sz="1875" b="0">
                <a:solidFill>
                  <a:srgbClr val="496170"/>
                </a:solidFill>
              </a:defRPr>
            </a:lvl4pPr>
            <a:lvl5pPr>
              <a:buNone/>
              <a:defRPr sz="1875" b="0">
                <a:solidFill>
                  <a:srgbClr val="496170"/>
                </a:solidFill>
              </a:defRPr>
            </a:lvl5pPr>
            <a:lvl6pPr>
              <a:buNone/>
              <a:defRPr sz="1875" b="0">
                <a:solidFill>
                  <a:srgbClr val="496170"/>
                </a:solidFill>
              </a:defRPr>
            </a:lvl6pPr>
            <a:lvl7pPr>
              <a:buNone/>
              <a:defRPr sz="1875" b="0">
                <a:solidFill>
                  <a:srgbClr val="496170"/>
                </a:solidFill>
              </a:defRPr>
            </a:lvl7pPr>
            <a:lvl8pPr>
              <a:buNone/>
              <a:defRPr sz="1875" b="0">
                <a:solidFill>
                  <a:srgbClr val="496170"/>
                </a:solidFill>
              </a:defRPr>
            </a:lvl8pPr>
            <a:lvl9pPr>
              <a:buNone/>
              <a:defRPr sz="187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496170"/>
                </a:solidFill>
              </a:defRPr>
            </a:pPr>
            <a:r>
              <a:rPr sz="1875" b="0">
                <a:solidFill>
                  <a:srgbClr val="496170"/>
                </a:solidFill>
              </a:rPr>
              <a:t>Retention: up to 90 days or 500 summaries</a:t>
            </a:r>
          </a:p>
        </p:txBody>
      </p:sp>
    </p:spTree>
    <p:extLst>
      <p:ext uri="{BB962C8B-B14F-4D97-AF65-F5344CB8AC3E}">
        <p14:creationId xmlns:p14="http://schemas.microsoft.com/office/powerpoint/2010/main" val="10703119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B8554-CCE3-4281-BA16-5149D367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23761-7F92-4F9E-86FF-C960DB9B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Controls checked beyond the happy path.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A5679-2238-43BB-98C5-359FA410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3905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875" b="1">
                <a:solidFill>
                  <a:srgbClr val="A4E4BC"/>
                </a:solidFill>
              </a:defRPr>
            </a:defPPr>
            <a:lvl1pPr>
              <a:buNone/>
              <a:defRPr sz="10875" b="1">
                <a:solidFill>
                  <a:srgbClr val="A4E4BC"/>
                </a:solidFill>
              </a:defRPr>
            </a:lvl1pPr>
            <a:lvl2pPr>
              <a:buNone/>
              <a:defRPr sz="10875" b="1">
                <a:solidFill>
                  <a:srgbClr val="A4E4BC"/>
                </a:solidFill>
              </a:defRPr>
            </a:lvl2pPr>
            <a:lvl3pPr>
              <a:buNone/>
              <a:defRPr sz="10875" b="1">
                <a:solidFill>
                  <a:srgbClr val="A4E4BC"/>
                </a:solidFill>
              </a:defRPr>
            </a:lvl3pPr>
            <a:lvl4pPr>
              <a:buNone/>
              <a:defRPr sz="10875" b="1">
                <a:solidFill>
                  <a:srgbClr val="A4E4BC"/>
                </a:solidFill>
              </a:defRPr>
            </a:lvl4pPr>
            <a:lvl5pPr>
              <a:buNone/>
              <a:defRPr sz="10875" b="1">
                <a:solidFill>
                  <a:srgbClr val="A4E4BC"/>
                </a:solidFill>
              </a:defRPr>
            </a:lvl5pPr>
            <a:lvl6pPr>
              <a:buNone/>
              <a:defRPr sz="10875" b="1">
                <a:solidFill>
                  <a:srgbClr val="A4E4BC"/>
                </a:solidFill>
              </a:defRPr>
            </a:lvl6pPr>
            <a:lvl7pPr>
              <a:buNone/>
              <a:defRPr sz="10875" b="1">
                <a:solidFill>
                  <a:srgbClr val="A4E4BC"/>
                </a:solidFill>
              </a:defRPr>
            </a:lvl7pPr>
            <a:lvl8pPr>
              <a:buNone/>
              <a:defRPr sz="10875" b="1">
                <a:solidFill>
                  <a:srgbClr val="A4E4BC"/>
                </a:solidFill>
              </a:defRPr>
            </a:lvl8pPr>
            <a:lvl9pPr>
              <a:buNone/>
              <a:defRPr sz="10875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0875" b="1">
                <a:solidFill>
                  <a:srgbClr val="A4E4BC"/>
                </a:solidFill>
              </a:defRPr>
            </a:pPr>
            <a:r>
              <a:rPr sz="10875" b="1">
                <a:solidFill>
                  <a:srgbClr val="A4E4BC"/>
                </a:solidFill>
              </a:rPr>
              <a:t>66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8F080-4505-4ED1-BC90-92E223A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3387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F5F1E8"/>
                </a:solidFill>
              </a:defRPr>
            </a:defPPr>
            <a:lvl1pPr>
              <a:buNone/>
              <a:defRPr sz="2850" b="1">
                <a:solidFill>
                  <a:srgbClr val="F5F1E8"/>
                </a:solidFill>
              </a:defRPr>
            </a:lvl1pPr>
            <a:lvl2pPr>
              <a:buNone/>
              <a:defRPr sz="2850" b="1">
                <a:solidFill>
                  <a:srgbClr val="F5F1E8"/>
                </a:solidFill>
              </a:defRPr>
            </a:lvl2pPr>
            <a:lvl3pPr>
              <a:buNone/>
              <a:defRPr sz="2850" b="1">
                <a:solidFill>
                  <a:srgbClr val="F5F1E8"/>
                </a:solidFill>
              </a:defRPr>
            </a:lvl3pPr>
            <a:lvl4pPr>
              <a:buNone/>
              <a:defRPr sz="2850" b="1">
                <a:solidFill>
                  <a:srgbClr val="F5F1E8"/>
                </a:solidFill>
              </a:defRPr>
            </a:lvl4pPr>
            <a:lvl5pPr>
              <a:buNone/>
              <a:defRPr sz="2850" b="1">
                <a:solidFill>
                  <a:srgbClr val="F5F1E8"/>
                </a:solidFill>
              </a:defRPr>
            </a:lvl5pPr>
            <a:lvl6pPr>
              <a:buNone/>
              <a:defRPr sz="2850" b="1">
                <a:solidFill>
                  <a:srgbClr val="F5F1E8"/>
                </a:solidFill>
              </a:defRPr>
            </a:lvl6pPr>
            <a:lvl7pPr>
              <a:buNone/>
              <a:defRPr sz="2850" b="1">
                <a:solidFill>
                  <a:srgbClr val="F5F1E8"/>
                </a:solidFill>
              </a:defRPr>
            </a:lvl7pPr>
            <a:lvl8pPr>
              <a:buNone/>
              <a:defRPr sz="2850" b="1">
                <a:solidFill>
                  <a:srgbClr val="F5F1E8"/>
                </a:solidFill>
              </a:defRPr>
            </a:lvl8pPr>
            <a:lvl9pPr>
              <a:buNone/>
              <a:defRPr sz="28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offline regression</a:t>
            </a:r>
          </a:p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checks passed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E6185-096E-4218-BB96-89E28692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43200"/>
            <a:ext cx="5476875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F5F1E8"/>
                </a:solidFill>
              </a:defRPr>
            </a:defPPr>
            <a:lvl1pPr>
              <a:buNone/>
              <a:defRPr sz="2325" b="0">
                <a:solidFill>
                  <a:srgbClr val="F5F1E8"/>
                </a:solidFill>
              </a:defRPr>
            </a:lvl1pPr>
            <a:lvl2pPr>
              <a:buNone/>
              <a:defRPr sz="2325" b="0">
                <a:solidFill>
                  <a:srgbClr val="F5F1E8"/>
                </a:solidFill>
              </a:defRPr>
            </a:lvl2pPr>
            <a:lvl3pPr>
              <a:buNone/>
              <a:defRPr sz="2325" b="0">
                <a:solidFill>
                  <a:srgbClr val="F5F1E8"/>
                </a:solidFill>
              </a:defRPr>
            </a:lvl3pPr>
            <a:lvl4pPr>
              <a:buNone/>
              <a:defRPr sz="2325" b="0">
                <a:solidFill>
                  <a:srgbClr val="F5F1E8"/>
                </a:solidFill>
              </a:defRPr>
            </a:lvl4pPr>
            <a:lvl5pPr>
              <a:buNone/>
              <a:defRPr sz="2325" b="0">
                <a:solidFill>
                  <a:srgbClr val="F5F1E8"/>
                </a:solidFill>
              </a:defRPr>
            </a:lvl5pPr>
            <a:lvl6pPr>
              <a:buNone/>
              <a:defRPr sz="2325" b="0">
                <a:solidFill>
                  <a:srgbClr val="F5F1E8"/>
                </a:solidFill>
              </a:defRPr>
            </a:lvl6pPr>
            <a:lvl7pPr>
              <a:buNone/>
              <a:defRPr sz="2325" b="0">
                <a:solidFill>
                  <a:srgbClr val="F5F1E8"/>
                </a:solidFill>
              </a:defRPr>
            </a:lvl7pPr>
            <a:lvl8pPr>
              <a:buNone/>
              <a:defRPr sz="2325" b="0">
                <a:solidFill>
                  <a:srgbClr val="F5F1E8"/>
                </a:solidFill>
              </a:defRPr>
            </a:lvl8pPr>
            <a:lvl9pPr>
              <a:buNone/>
              <a:defRPr sz="2325" b="0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Schema and permission validation</a:t>
            </a:r>
          </a:p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Source and approved-code hashes</a:t>
            </a:r>
          </a:p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State continuation and memory</a:t>
            </a:r>
          </a:p>
          <a:p xmlns:a="http://schemas.openxmlformats.org/drawingml/2006/main">
            <a:pPr>
              <a:buNone/>
              <a:defRPr sz="2325" b="0">
                <a:solidFill>
                  <a:srgbClr val="F5F1E8"/>
                </a:solidFill>
              </a:defRPr>
            </a:pPr>
            <a:r>
              <a:rPr sz="2325" b="0">
                <a:solidFill>
                  <a:srgbClr val="F5F1E8"/>
                </a:solidFill>
              </a:rPr>
              <a:t>Bounded project context</a:t>
            </a:r>
          </a:p>
        </p:txBody>
      </p:sp>
    </p:spTree>
    <p:extLst>
      <p:ext uri="{BB962C8B-B14F-4D97-AF65-F5344CB8AC3E}">
        <p14:creationId xmlns:p14="http://schemas.microsoft.com/office/powerpoint/2010/main" val="14706514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BD51F-67C5-4E23-800D-71EF9311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SYSTEM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9CDDE-2C3B-4143-82B3-225E7D6D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153143"/>
                </a:solidFill>
              </a:defRPr>
            </a:defPPr>
            <a:lvl1pPr>
              <a:buNone/>
              <a:defRPr sz="4050" b="1">
                <a:solidFill>
                  <a:srgbClr val="153143"/>
                </a:solidFill>
              </a:defRPr>
            </a:lvl1pPr>
            <a:lvl2pPr>
              <a:buNone/>
              <a:defRPr sz="4050" b="1">
                <a:solidFill>
                  <a:srgbClr val="153143"/>
                </a:solidFill>
              </a:defRPr>
            </a:lvl2pPr>
            <a:lvl3pPr>
              <a:buNone/>
              <a:defRPr sz="4050" b="1">
                <a:solidFill>
                  <a:srgbClr val="153143"/>
                </a:solidFill>
              </a:defRPr>
            </a:lvl3pPr>
            <a:lvl4pPr>
              <a:buNone/>
              <a:defRPr sz="4050" b="1">
                <a:solidFill>
                  <a:srgbClr val="153143"/>
                </a:solidFill>
              </a:defRPr>
            </a:lvl4pPr>
            <a:lvl5pPr>
              <a:buNone/>
              <a:defRPr sz="4050" b="1">
                <a:solidFill>
                  <a:srgbClr val="153143"/>
                </a:solidFill>
              </a:defRPr>
            </a:lvl5pPr>
            <a:lvl6pPr>
              <a:buNone/>
              <a:defRPr sz="4050" b="1">
                <a:solidFill>
                  <a:srgbClr val="153143"/>
                </a:solidFill>
              </a:defRPr>
            </a:lvl6pPr>
            <a:lvl7pPr>
              <a:buNone/>
              <a:defRPr sz="4050" b="1">
                <a:solidFill>
                  <a:srgbClr val="153143"/>
                </a:solidFill>
              </a:defRPr>
            </a:lvl7pPr>
            <a:lvl8pPr>
              <a:buNone/>
              <a:defRPr sz="4050" b="1">
                <a:solidFill>
                  <a:srgbClr val="153143"/>
                </a:solidFill>
              </a:defRPr>
            </a:lvl8pPr>
            <a:lvl9pPr>
              <a:buNone/>
              <a:defRPr sz="40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153143"/>
                </a:solidFill>
              </a:defRPr>
            </a:pPr>
            <a:r>
              <a:rPr sz="4050" b="1">
                <a:solidFill>
                  <a:srgbClr val="153143"/>
                </a:solidFill>
              </a:rPr>
              <a:t>31 full passes across 36 scenarios.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88CF6-1032-421D-A336-207A9797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3810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650" b="1">
                <a:solidFill>
                  <a:srgbClr val="207958"/>
                </a:solidFill>
              </a:defRPr>
            </a:defPPr>
            <a:lvl1pPr>
              <a:buNone/>
              <a:defRPr sz="10650" b="1">
                <a:solidFill>
                  <a:srgbClr val="207958"/>
                </a:solidFill>
              </a:defRPr>
            </a:lvl1pPr>
            <a:lvl2pPr>
              <a:buNone/>
              <a:defRPr sz="10650" b="1">
                <a:solidFill>
                  <a:srgbClr val="207958"/>
                </a:solidFill>
              </a:defRPr>
            </a:lvl2pPr>
            <a:lvl3pPr>
              <a:buNone/>
              <a:defRPr sz="10650" b="1">
                <a:solidFill>
                  <a:srgbClr val="207958"/>
                </a:solidFill>
              </a:defRPr>
            </a:lvl3pPr>
            <a:lvl4pPr>
              <a:buNone/>
              <a:defRPr sz="10650" b="1">
                <a:solidFill>
                  <a:srgbClr val="207958"/>
                </a:solidFill>
              </a:defRPr>
            </a:lvl4pPr>
            <a:lvl5pPr>
              <a:buNone/>
              <a:defRPr sz="10650" b="1">
                <a:solidFill>
                  <a:srgbClr val="207958"/>
                </a:solidFill>
              </a:defRPr>
            </a:lvl5pPr>
            <a:lvl6pPr>
              <a:buNone/>
              <a:defRPr sz="10650" b="1">
                <a:solidFill>
                  <a:srgbClr val="207958"/>
                </a:solidFill>
              </a:defRPr>
            </a:lvl6pPr>
            <a:lvl7pPr>
              <a:buNone/>
              <a:defRPr sz="10650" b="1">
                <a:solidFill>
                  <a:srgbClr val="207958"/>
                </a:solidFill>
              </a:defRPr>
            </a:lvl7pPr>
            <a:lvl8pPr>
              <a:buNone/>
              <a:defRPr sz="10650" b="1">
                <a:solidFill>
                  <a:srgbClr val="207958"/>
                </a:solidFill>
              </a:defRPr>
            </a:lvl8pPr>
            <a:lvl9pPr>
              <a:buNone/>
              <a:defRPr sz="10650" b="1">
                <a:solidFill>
                  <a:srgbClr val="207958"/>
                </a:solidFill>
              </a:defRPr>
            </a:lvl9pPr>
          </a:lstStyle>
          <a:p xmlns:a="http://schemas.openxmlformats.org/drawingml/2006/main">
            <a:pPr>
              <a:buNone/>
              <a:defRPr sz="10650" b="1">
                <a:solidFill>
                  <a:srgbClr val="207958"/>
                </a:solidFill>
              </a:defRPr>
            </a:pPr>
            <a:r>
              <a:rPr sz="10650" b="1">
                <a:solidFill>
                  <a:srgbClr val="207958"/>
                </a:solidFill>
              </a:rPr>
              <a:t>36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6A5E2-99F2-4AA6-A60D-EDB36E79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625" b="1">
                <a:solidFill>
                  <a:srgbClr val="153143"/>
                </a:solidFill>
              </a:defRPr>
            </a:defPPr>
            <a:lvl1pPr>
              <a:buNone/>
              <a:defRPr sz="2625" b="1">
                <a:solidFill>
                  <a:srgbClr val="153143"/>
                </a:solidFill>
              </a:defRPr>
            </a:lvl1pPr>
            <a:lvl2pPr>
              <a:buNone/>
              <a:defRPr sz="2625" b="1">
                <a:solidFill>
                  <a:srgbClr val="153143"/>
                </a:solidFill>
              </a:defRPr>
            </a:lvl2pPr>
            <a:lvl3pPr>
              <a:buNone/>
              <a:defRPr sz="2625" b="1">
                <a:solidFill>
                  <a:srgbClr val="153143"/>
                </a:solidFill>
              </a:defRPr>
            </a:lvl3pPr>
            <a:lvl4pPr>
              <a:buNone/>
              <a:defRPr sz="2625" b="1">
                <a:solidFill>
                  <a:srgbClr val="153143"/>
                </a:solidFill>
              </a:defRPr>
            </a:lvl4pPr>
            <a:lvl5pPr>
              <a:buNone/>
              <a:defRPr sz="2625" b="1">
                <a:solidFill>
                  <a:srgbClr val="153143"/>
                </a:solidFill>
              </a:defRPr>
            </a:lvl5pPr>
            <a:lvl6pPr>
              <a:buNone/>
              <a:defRPr sz="2625" b="1">
                <a:solidFill>
                  <a:srgbClr val="153143"/>
                </a:solidFill>
              </a:defRPr>
            </a:lvl6pPr>
            <a:lvl7pPr>
              <a:buNone/>
              <a:defRPr sz="2625" b="1">
                <a:solidFill>
                  <a:srgbClr val="153143"/>
                </a:solidFill>
              </a:defRPr>
            </a:lvl7pPr>
            <a:lvl8pPr>
              <a:buNone/>
              <a:defRPr sz="2625" b="1">
                <a:solidFill>
                  <a:srgbClr val="153143"/>
                </a:solidFill>
              </a:defRPr>
            </a:lvl8pPr>
            <a:lvl9pPr>
              <a:buNone/>
              <a:defRPr sz="2625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625" b="1">
                <a:solidFill>
                  <a:srgbClr val="153143"/>
                </a:solidFill>
              </a:defRPr>
            </a:pPr>
            <a:r>
              <a:rPr sz="2625" b="1">
                <a:solidFill>
                  <a:srgbClr val="153143"/>
                </a:solidFill>
              </a:rPr>
              <a:t>scenarios 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32AED-6F11-4C12-8179-28FCB47B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66975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1">
                <a:solidFill>
                  <a:srgbClr val="153143"/>
                </a:solidFill>
              </a:defRPr>
            </a:defPPr>
            <a:lvl1pPr>
              <a:buNone/>
              <a:defRPr sz="2250" b="1">
                <a:solidFill>
                  <a:srgbClr val="153143"/>
                </a:solidFill>
              </a:defRPr>
            </a:lvl1pPr>
            <a:lvl2pPr>
              <a:buNone/>
              <a:defRPr sz="2250" b="1">
                <a:solidFill>
                  <a:srgbClr val="153143"/>
                </a:solidFill>
              </a:defRPr>
            </a:lvl2pPr>
            <a:lvl3pPr>
              <a:buNone/>
              <a:defRPr sz="2250" b="1">
                <a:solidFill>
                  <a:srgbClr val="153143"/>
                </a:solidFill>
              </a:defRPr>
            </a:lvl3pPr>
            <a:lvl4pPr>
              <a:buNone/>
              <a:defRPr sz="2250" b="1">
                <a:solidFill>
                  <a:srgbClr val="153143"/>
                </a:solidFill>
              </a:defRPr>
            </a:lvl4pPr>
            <a:lvl5pPr>
              <a:buNone/>
              <a:defRPr sz="2250" b="1">
                <a:solidFill>
                  <a:srgbClr val="153143"/>
                </a:solidFill>
              </a:defRPr>
            </a:lvl5pPr>
            <a:lvl6pPr>
              <a:buNone/>
              <a:defRPr sz="2250" b="1">
                <a:solidFill>
                  <a:srgbClr val="153143"/>
                </a:solidFill>
              </a:defRPr>
            </a:lvl6pPr>
            <a:lvl7pPr>
              <a:buNone/>
              <a:defRPr sz="2250" b="1">
                <a:solidFill>
                  <a:srgbClr val="153143"/>
                </a:solidFill>
              </a:defRPr>
            </a:lvl7pPr>
            <a:lvl8pPr>
              <a:buNone/>
              <a:defRPr sz="2250" b="1">
                <a:solidFill>
                  <a:srgbClr val="153143"/>
                </a:solidFill>
              </a:defRPr>
            </a:lvl8pPr>
            <a:lvl9pPr>
              <a:buNone/>
              <a:defRPr sz="225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53143"/>
                </a:solidFill>
              </a:defRPr>
            </a:pPr>
            <a:r>
              <a:rPr sz="2250" b="1">
                <a:solidFill>
                  <a:srgbClr val="153143"/>
                </a:solidFill>
              </a:rPr>
              <a:t>5/6  Normal 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49827-4B00-4D35-BA0A-96CB17C4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28950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53143"/>
                </a:solidFill>
              </a:defRPr>
            </a:defPPr>
            <a:lvl1pPr>
              <a:buNone/>
              <a:defRPr sz="2250" b="0">
                <a:solidFill>
                  <a:srgbClr val="153143"/>
                </a:solidFill>
              </a:defRPr>
            </a:lvl1pPr>
            <a:lvl2pPr>
              <a:buNone/>
              <a:defRPr sz="2250" b="0">
                <a:solidFill>
                  <a:srgbClr val="153143"/>
                </a:solidFill>
              </a:defRPr>
            </a:lvl2pPr>
            <a:lvl3pPr>
              <a:buNone/>
              <a:defRPr sz="2250" b="0">
                <a:solidFill>
                  <a:srgbClr val="153143"/>
                </a:solidFill>
              </a:defRPr>
            </a:lvl3pPr>
            <a:lvl4pPr>
              <a:buNone/>
              <a:defRPr sz="2250" b="0">
                <a:solidFill>
                  <a:srgbClr val="153143"/>
                </a:solidFill>
              </a:defRPr>
            </a:lvl4pPr>
            <a:lvl5pPr>
              <a:buNone/>
              <a:defRPr sz="2250" b="0">
                <a:solidFill>
                  <a:srgbClr val="153143"/>
                </a:solidFill>
              </a:defRPr>
            </a:lvl5pPr>
            <a:lvl6pPr>
              <a:buNone/>
              <a:defRPr sz="2250" b="0">
                <a:solidFill>
                  <a:srgbClr val="153143"/>
                </a:solidFill>
              </a:defRPr>
            </a:lvl6pPr>
            <a:lvl7pPr>
              <a:buNone/>
              <a:defRPr sz="2250" b="0">
                <a:solidFill>
                  <a:srgbClr val="153143"/>
                </a:solidFill>
              </a:defRPr>
            </a:lvl7pPr>
            <a:lvl8pPr>
              <a:buNone/>
              <a:defRPr sz="2250" b="0">
                <a:solidFill>
                  <a:srgbClr val="153143"/>
                </a:solidFill>
              </a:defRPr>
            </a:lvl8pPr>
            <a:lvl9pPr>
              <a:buNone/>
              <a:defRPr sz="2250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143"/>
                </a:solidFill>
              </a:defRPr>
            </a:pPr>
            <a:r>
              <a:rPr sz="2250" b="0">
                <a:solidFill>
                  <a:srgbClr val="153143"/>
                </a:solidFill>
              </a:rPr>
              <a:t>5/6  Edge conditions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91095-A4EA-430E-B18C-2DA22E25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590925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53143"/>
                </a:solidFill>
              </a:defRPr>
            </a:defPPr>
            <a:lvl1pPr>
              <a:buNone/>
              <a:defRPr sz="2250" b="0">
                <a:solidFill>
                  <a:srgbClr val="153143"/>
                </a:solidFill>
              </a:defRPr>
            </a:lvl1pPr>
            <a:lvl2pPr>
              <a:buNone/>
              <a:defRPr sz="2250" b="0">
                <a:solidFill>
                  <a:srgbClr val="153143"/>
                </a:solidFill>
              </a:defRPr>
            </a:lvl2pPr>
            <a:lvl3pPr>
              <a:buNone/>
              <a:defRPr sz="2250" b="0">
                <a:solidFill>
                  <a:srgbClr val="153143"/>
                </a:solidFill>
              </a:defRPr>
            </a:lvl3pPr>
            <a:lvl4pPr>
              <a:buNone/>
              <a:defRPr sz="2250" b="0">
                <a:solidFill>
                  <a:srgbClr val="153143"/>
                </a:solidFill>
              </a:defRPr>
            </a:lvl4pPr>
            <a:lvl5pPr>
              <a:buNone/>
              <a:defRPr sz="2250" b="0">
                <a:solidFill>
                  <a:srgbClr val="153143"/>
                </a:solidFill>
              </a:defRPr>
            </a:lvl5pPr>
            <a:lvl6pPr>
              <a:buNone/>
              <a:defRPr sz="2250" b="0">
                <a:solidFill>
                  <a:srgbClr val="153143"/>
                </a:solidFill>
              </a:defRPr>
            </a:lvl6pPr>
            <a:lvl7pPr>
              <a:buNone/>
              <a:defRPr sz="2250" b="0">
                <a:solidFill>
                  <a:srgbClr val="153143"/>
                </a:solidFill>
              </a:defRPr>
            </a:lvl7pPr>
            <a:lvl8pPr>
              <a:buNone/>
              <a:defRPr sz="2250" b="0">
                <a:solidFill>
                  <a:srgbClr val="153143"/>
                </a:solidFill>
              </a:defRPr>
            </a:lvl8pPr>
            <a:lvl9pPr>
              <a:buNone/>
              <a:defRPr sz="2250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143"/>
                </a:solidFill>
              </a:defRPr>
            </a:pPr>
            <a:r>
              <a:rPr sz="2250" b="0">
                <a:solidFill>
                  <a:srgbClr val="153143"/>
                </a:solidFill>
              </a:rPr>
              <a:t>4/6  Incorrect information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A9183-0800-4EBE-9855-AB4E3430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52900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53143"/>
                </a:solidFill>
              </a:defRPr>
            </a:defPPr>
            <a:lvl1pPr>
              <a:buNone/>
              <a:defRPr sz="2250" b="0">
                <a:solidFill>
                  <a:srgbClr val="153143"/>
                </a:solidFill>
              </a:defRPr>
            </a:lvl1pPr>
            <a:lvl2pPr>
              <a:buNone/>
              <a:defRPr sz="2250" b="0">
                <a:solidFill>
                  <a:srgbClr val="153143"/>
                </a:solidFill>
              </a:defRPr>
            </a:lvl2pPr>
            <a:lvl3pPr>
              <a:buNone/>
              <a:defRPr sz="2250" b="0">
                <a:solidFill>
                  <a:srgbClr val="153143"/>
                </a:solidFill>
              </a:defRPr>
            </a:lvl3pPr>
            <a:lvl4pPr>
              <a:buNone/>
              <a:defRPr sz="2250" b="0">
                <a:solidFill>
                  <a:srgbClr val="153143"/>
                </a:solidFill>
              </a:defRPr>
            </a:lvl4pPr>
            <a:lvl5pPr>
              <a:buNone/>
              <a:defRPr sz="2250" b="0">
                <a:solidFill>
                  <a:srgbClr val="153143"/>
                </a:solidFill>
              </a:defRPr>
            </a:lvl5pPr>
            <a:lvl6pPr>
              <a:buNone/>
              <a:defRPr sz="2250" b="0">
                <a:solidFill>
                  <a:srgbClr val="153143"/>
                </a:solidFill>
              </a:defRPr>
            </a:lvl6pPr>
            <a:lvl7pPr>
              <a:buNone/>
              <a:defRPr sz="2250" b="0">
                <a:solidFill>
                  <a:srgbClr val="153143"/>
                </a:solidFill>
              </a:defRPr>
            </a:lvl7pPr>
            <a:lvl8pPr>
              <a:buNone/>
              <a:defRPr sz="2250" b="0">
                <a:solidFill>
                  <a:srgbClr val="153143"/>
                </a:solidFill>
              </a:defRPr>
            </a:lvl8pPr>
            <a:lvl9pPr>
              <a:buNone/>
              <a:defRPr sz="2250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143"/>
                </a:solidFill>
              </a:defRPr>
            </a:pPr>
            <a:r>
              <a:rPr sz="2250" b="0">
                <a:solidFill>
                  <a:srgbClr val="153143"/>
                </a:solidFill>
              </a:rPr>
              <a:t>6/6  Adversarial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B38A7-8D2E-48B9-AD6F-E7F185C6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714875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53143"/>
                </a:solidFill>
              </a:defRPr>
            </a:defPPr>
            <a:lvl1pPr>
              <a:buNone/>
              <a:defRPr sz="2250" b="0">
                <a:solidFill>
                  <a:srgbClr val="153143"/>
                </a:solidFill>
              </a:defRPr>
            </a:lvl1pPr>
            <a:lvl2pPr>
              <a:buNone/>
              <a:defRPr sz="2250" b="0">
                <a:solidFill>
                  <a:srgbClr val="153143"/>
                </a:solidFill>
              </a:defRPr>
            </a:lvl2pPr>
            <a:lvl3pPr>
              <a:buNone/>
              <a:defRPr sz="2250" b="0">
                <a:solidFill>
                  <a:srgbClr val="153143"/>
                </a:solidFill>
              </a:defRPr>
            </a:lvl3pPr>
            <a:lvl4pPr>
              <a:buNone/>
              <a:defRPr sz="2250" b="0">
                <a:solidFill>
                  <a:srgbClr val="153143"/>
                </a:solidFill>
              </a:defRPr>
            </a:lvl4pPr>
            <a:lvl5pPr>
              <a:buNone/>
              <a:defRPr sz="2250" b="0">
                <a:solidFill>
                  <a:srgbClr val="153143"/>
                </a:solidFill>
              </a:defRPr>
            </a:lvl5pPr>
            <a:lvl6pPr>
              <a:buNone/>
              <a:defRPr sz="2250" b="0">
                <a:solidFill>
                  <a:srgbClr val="153143"/>
                </a:solidFill>
              </a:defRPr>
            </a:lvl6pPr>
            <a:lvl7pPr>
              <a:buNone/>
              <a:defRPr sz="2250" b="0">
                <a:solidFill>
                  <a:srgbClr val="153143"/>
                </a:solidFill>
              </a:defRPr>
            </a:lvl7pPr>
            <a:lvl8pPr>
              <a:buNone/>
              <a:defRPr sz="2250" b="0">
                <a:solidFill>
                  <a:srgbClr val="153143"/>
                </a:solidFill>
              </a:defRPr>
            </a:lvl8pPr>
            <a:lvl9pPr>
              <a:buNone/>
              <a:defRPr sz="2250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143"/>
                </a:solidFill>
              </a:defRPr>
            </a:pPr>
            <a:r>
              <a:rPr sz="2250" b="0">
                <a:solidFill>
                  <a:srgbClr val="153143"/>
                </a:solidFill>
              </a:rPr>
              <a:t>6/6  Tool failure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6B2F-9601-4102-ACCF-8D8B8828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276850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53143"/>
                </a:solidFill>
              </a:defRPr>
            </a:defPPr>
            <a:lvl1pPr>
              <a:buNone/>
              <a:defRPr sz="2250" b="0">
                <a:solidFill>
                  <a:srgbClr val="153143"/>
                </a:solidFill>
              </a:defRPr>
            </a:lvl1pPr>
            <a:lvl2pPr>
              <a:buNone/>
              <a:defRPr sz="2250" b="0">
                <a:solidFill>
                  <a:srgbClr val="153143"/>
                </a:solidFill>
              </a:defRPr>
            </a:lvl2pPr>
            <a:lvl3pPr>
              <a:buNone/>
              <a:defRPr sz="2250" b="0">
                <a:solidFill>
                  <a:srgbClr val="153143"/>
                </a:solidFill>
              </a:defRPr>
            </a:lvl3pPr>
            <a:lvl4pPr>
              <a:buNone/>
              <a:defRPr sz="2250" b="0">
                <a:solidFill>
                  <a:srgbClr val="153143"/>
                </a:solidFill>
              </a:defRPr>
            </a:lvl4pPr>
            <a:lvl5pPr>
              <a:buNone/>
              <a:defRPr sz="2250" b="0">
                <a:solidFill>
                  <a:srgbClr val="153143"/>
                </a:solidFill>
              </a:defRPr>
            </a:lvl5pPr>
            <a:lvl6pPr>
              <a:buNone/>
              <a:defRPr sz="2250" b="0">
                <a:solidFill>
                  <a:srgbClr val="153143"/>
                </a:solidFill>
              </a:defRPr>
            </a:lvl6pPr>
            <a:lvl7pPr>
              <a:buNone/>
              <a:defRPr sz="2250" b="0">
                <a:solidFill>
                  <a:srgbClr val="153143"/>
                </a:solidFill>
              </a:defRPr>
            </a:lvl7pPr>
            <a:lvl8pPr>
              <a:buNone/>
              <a:defRPr sz="2250" b="0">
                <a:solidFill>
                  <a:srgbClr val="153143"/>
                </a:solidFill>
              </a:defRPr>
            </a:lvl8pPr>
            <a:lvl9pPr>
              <a:buNone/>
              <a:defRPr sz="2250" b="0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53143"/>
                </a:solidFill>
              </a:defRPr>
            </a:pPr>
            <a:r>
              <a:rPr sz="2250" b="0">
                <a:solidFill>
                  <a:srgbClr val="153143"/>
                </a:solidFill>
              </a:rPr>
              <a:t>5/6  Unauthorized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E0AD4-37C7-47CD-8364-0AEDCAC2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245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96170"/>
                </a:solidFill>
              </a:defRPr>
            </a:defPPr>
            <a:lvl1pPr>
              <a:buNone/>
              <a:defRPr sz="1875" b="0">
                <a:solidFill>
                  <a:srgbClr val="496170"/>
                </a:solidFill>
              </a:defRPr>
            </a:lvl1pPr>
            <a:lvl2pPr>
              <a:buNone/>
              <a:defRPr sz="1875" b="0">
                <a:solidFill>
                  <a:srgbClr val="496170"/>
                </a:solidFill>
              </a:defRPr>
            </a:lvl2pPr>
            <a:lvl3pPr>
              <a:buNone/>
              <a:defRPr sz="1875" b="0">
                <a:solidFill>
                  <a:srgbClr val="496170"/>
                </a:solidFill>
              </a:defRPr>
            </a:lvl3pPr>
            <a:lvl4pPr>
              <a:buNone/>
              <a:defRPr sz="1875" b="0">
                <a:solidFill>
                  <a:srgbClr val="496170"/>
                </a:solidFill>
              </a:defRPr>
            </a:lvl4pPr>
            <a:lvl5pPr>
              <a:buNone/>
              <a:defRPr sz="1875" b="0">
                <a:solidFill>
                  <a:srgbClr val="496170"/>
                </a:solidFill>
              </a:defRPr>
            </a:lvl5pPr>
            <a:lvl6pPr>
              <a:buNone/>
              <a:defRPr sz="1875" b="0">
                <a:solidFill>
                  <a:srgbClr val="496170"/>
                </a:solidFill>
              </a:defRPr>
            </a:lvl6pPr>
            <a:lvl7pPr>
              <a:buNone/>
              <a:defRPr sz="1875" b="0">
                <a:solidFill>
                  <a:srgbClr val="496170"/>
                </a:solidFill>
              </a:defRPr>
            </a:lvl7pPr>
            <a:lvl8pPr>
              <a:buNone/>
              <a:defRPr sz="1875" b="0">
                <a:solidFill>
                  <a:srgbClr val="496170"/>
                </a:solidFill>
              </a:defRPr>
            </a:lvl8pPr>
            <a:lvl9pPr>
              <a:buNone/>
              <a:defRPr sz="1875" b="0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496170"/>
                </a:solidFill>
              </a:defRPr>
            </a:pPr>
            <a:r>
              <a:rPr sz="1875" b="0">
                <a:solidFill>
                  <a:srgbClr val="496170"/>
                </a:solidFill>
              </a:rPr>
              <a:t>Five partial results identify the remaining improvements.</a:t>
            </a:r>
          </a:p>
        </p:txBody>
      </p:sp>
    </p:spTree>
    <p:extLst>
      <p:ext uri="{BB962C8B-B14F-4D97-AF65-F5344CB8AC3E}">
        <p14:creationId xmlns:p14="http://schemas.microsoft.com/office/powerpoint/2010/main" val="12319672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24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59AFC-E7DA-454F-AF0B-8CEE3AED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A4E4BC"/>
                </a:solidFill>
              </a:defRPr>
            </a:defPPr>
            <a:lvl1pPr>
              <a:buNone/>
              <a:defRPr sz="1350" b="1">
                <a:solidFill>
                  <a:srgbClr val="A4E4BC"/>
                </a:solidFill>
              </a:defRPr>
            </a:lvl1pPr>
            <a:lvl2pPr>
              <a:buNone/>
              <a:defRPr sz="1350" b="1">
                <a:solidFill>
                  <a:srgbClr val="A4E4BC"/>
                </a:solidFill>
              </a:defRPr>
            </a:lvl2pPr>
            <a:lvl3pPr>
              <a:buNone/>
              <a:defRPr sz="1350" b="1">
                <a:solidFill>
                  <a:srgbClr val="A4E4BC"/>
                </a:solidFill>
              </a:defRPr>
            </a:lvl3pPr>
            <a:lvl4pPr>
              <a:buNone/>
              <a:defRPr sz="1350" b="1">
                <a:solidFill>
                  <a:srgbClr val="A4E4BC"/>
                </a:solidFill>
              </a:defRPr>
            </a:lvl4pPr>
            <a:lvl5pPr>
              <a:buNone/>
              <a:defRPr sz="1350" b="1">
                <a:solidFill>
                  <a:srgbClr val="A4E4BC"/>
                </a:solidFill>
              </a:defRPr>
            </a:lvl5pPr>
            <a:lvl6pPr>
              <a:buNone/>
              <a:defRPr sz="1350" b="1">
                <a:solidFill>
                  <a:srgbClr val="A4E4BC"/>
                </a:solidFill>
              </a:defRPr>
            </a:lvl6pPr>
            <a:lvl7pPr>
              <a:buNone/>
              <a:defRPr sz="1350" b="1">
                <a:solidFill>
                  <a:srgbClr val="A4E4BC"/>
                </a:solidFill>
              </a:defRPr>
            </a:lvl7pPr>
            <a:lvl8pPr>
              <a:buNone/>
              <a:defRPr sz="1350" b="1">
                <a:solidFill>
                  <a:srgbClr val="A4E4BC"/>
                </a:solidFill>
              </a:defRPr>
            </a:lvl8pPr>
            <a:lvl9pPr>
              <a:buNone/>
              <a:defRPr sz="1350" b="1">
                <a:solidFill>
                  <a:srgbClr val="A4E4BC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A4E4BC"/>
                </a:solidFill>
              </a:defRPr>
            </a:pPr>
            <a:r>
              <a:rPr sz="1350" b="1">
                <a:solidFill>
                  <a:srgbClr val="A4E4BC"/>
                </a:solidFill>
              </a:rPr>
              <a:t>LIVE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7717C-91F2-4FF4-A720-10857100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050" b="1">
                <a:solidFill>
                  <a:srgbClr val="F5F1E8"/>
                </a:solidFill>
              </a:defRPr>
            </a:defPPr>
            <a:lvl1pPr>
              <a:buNone/>
              <a:defRPr sz="4050" b="1">
                <a:solidFill>
                  <a:srgbClr val="F5F1E8"/>
                </a:solidFill>
              </a:defRPr>
            </a:lvl1pPr>
            <a:lvl2pPr>
              <a:buNone/>
              <a:defRPr sz="4050" b="1">
                <a:solidFill>
                  <a:srgbClr val="F5F1E8"/>
                </a:solidFill>
              </a:defRPr>
            </a:lvl2pPr>
            <a:lvl3pPr>
              <a:buNone/>
              <a:defRPr sz="4050" b="1">
                <a:solidFill>
                  <a:srgbClr val="F5F1E8"/>
                </a:solidFill>
              </a:defRPr>
            </a:lvl3pPr>
            <a:lvl4pPr>
              <a:buNone/>
              <a:defRPr sz="4050" b="1">
                <a:solidFill>
                  <a:srgbClr val="F5F1E8"/>
                </a:solidFill>
              </a:defRPr>
            </a:lvl4pPr>
            <a:lvl5pPr>
              <a:buNone/>
              <a:defRPr sz="4050" b="1">
                <a:solidFill>
                  <a:srgbClr val="F5F1E8"/>
                </a:solidFill>
              </a:defRPr>
            </a:lvl5pPr>
            <a:lvl6pPr>
              <a:buNone/>
              <a:defRPr sz="4050" b="1">
                <a:solidFill>
                  <a:srgbClr val="F5F1E8"/>
                </a:solidFill>
              </a:defRPr>
            </a:lvl6pPr>
            <a:lvl7pPr>
              <a:buNone/>
              <a:defRPr sz="4050" b="1">
                <a:solidFill>
                  <a:srgbClr val="F5F1E8"/>
                </a:solidFill>
              </a:defRPr>
            </a:lvl7pPr>
            <a:lvl8pPr>
              <a:buNone/>
              <a:defRPr sz="4050" b="1">
                <a:solidFill>
                  <a:srgbClr val="F5F1E8"/>
                </a:solidFill>
              </a:defRPr>
            </a:lvl8pPr>
            <a:lvl9pPr>
              <a:buNone/>
              <a:defRPr sz="40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F5F1E8"/>
                </a:solidFill>
              </a:defRPr>
            </a:pPr>
            <a:r>
              <a:rPr sz="4050" b="1">
                <a:solidFill>
                  <a:srgbClr val="F5F1E8"/>
                </a:solidFill>
              </a:rPr>
              <a:t>Follow one case from source to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E7E08-12ED-4634-84A6-0797A7E4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38425"/>
            <a:ext cx="1057275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F5F1E8"/>
                </a:solidFill>
              </a:defRPr>
            </a:defPPr>
            <a:lvl1pPr>
              <a:buNone/>
              <a:defRPr sz="2850" b="1">
                <a:solidFill>
                  <a:srgbClr val="F5F1E8"/>
                </a:solidFill>
              </a:defRPr>
            </a:lvl1pPr>
            <a:lvl2pPr>
              <a:buNone/>
              <a:defRPr sz="2850" b="1">
                <a:solidFill>
                  <a:srgbClr val="F5F1E8"/>
                </a:solidFill>
              </a:defRPr>
            </a:lvl2pPr>
            <a:lvl3pPr>
              <a:buNone/>
              <a:defRPr sz="2850" b="1">
                <a:solidFill>
                  <a:srgbClr val="F5F1E8"/>
                </a:solidFill>
              </a:defRPr>
            </a:lvl3pPr>
            <a:lvl4pPr>
              <a:buNone/>
              <a:defRPr sz="2850" b="1">
                <a:solidFill>
                  <a:srgbClr val="F5F1E8"/>
                </a:solidFill>
              </a:defRPr>
            </a:lvl4pPr>
            <a:lvl5pPr>
              <a:buNone/>
              <a:defRPr sz="2850" b="1">
                <a:solidFill>
                  <a:srgbClr val="F5F1E8"/>
                </a:solidFill>
              </a:defRPr>
            </a:lvl5pPr>
            <a:lvl6pPr>
              <a:buNone/>
              <a:defRPr sz="2850" b="1">
                <a:solidFill>
                  <a:srgbClr val="F5F1E8"/>
                </a:solidFill>
              </a:defRPr>
            </a:lvl6pPr>
            <a:lvl7pPr>
              <a:buNone/>
              <a:defRPr sz="2850" b="1">
                <a:solidFill>
                  <a:srgbClr val="F5F1E8"/>
                </a:solidFill>
              </a:defRPr>
            </a:lvl7pPr>
            <a:lvl8pPr>
              <a:buNone/>
              <a:defRPr sz="2850" b="1">
                <a:solidFill>
                  <a:srgbClr val="F5F1E8"/>
                </a:solidFill>
              </a:defRPr>
            </a:lvl8pPr>
            <a:lvl9pPr>
              <a:buNone/>
              <a:defRPr sz="2850" b="1">
                <a:solidFill>
                  <a:srgbClr val="F5F1E8"/>
                </a:solidFill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01   Ask and inspect sources</a:t>
            </a:r>
          </a:p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02   Review a candidate test</a:t>
            </a:r>
          </a:p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03   Approve and run in the sandbox</a:t>
            </a:r>
          </a:p>
          <a:p xmlns:a="http://schemas.openxmlformats.org/drawingml/2006/main">
            <a:pPr>
              <a:buNone/>
              <a:defRPr sz="2850" b="1">
                <a:solidFill>
                  <a:srgbClr val="F5F1E8"/>
                </a:solidFill>
              </a:defRPr>
            </a:pPr>
            <a:r>
              <a:rPr sz="2850" b="1">
                <a:solidFill>
                  <a:srgbClr val="F5F1E8"/>
                </a:solidFill>
              </a:rPr>
              <a:t>04   Inspect the result and recovery trace</a:t>
            </a:r>
          </a:p>
        </p:txBody>
      </p:sp>
    </p:spTree>
    <p:extLst>
      <p:ext uri="{BB962C8B-B14F-4D97-AF65-F5344CB8AC3E}">
        <p14:creationId xmlns:p14="http://schemas.microsoft.com/office/powerpoint/2010/main" val="203292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D01E5-86E1-4723-8811-1DA31237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496170"/>
                </a:solidFill>
              </a:defRPr>
            </a:defPPr>
            <a:lvl1pPr>
              <a:buNone/>
              <a:defRPr sz="1350" b="1">
                <a:solidFill>
                  <a:srgbClr val="496170"/>
                </a:solidFill>
              </a:defRPr>
            </a:lvl1pPr>
            <a:lvl2pPr>
              <a:buNone/>
              <a:defRPr sz="1350" b="1">
                <a:solidFill>
                  <a:srgbClr val="496170"/>
                </a:solidFill>
              </a:defRPr>
            </a:lvl2pPr>
            <a:lvl3pPr>
              <a:buNone/>
              <a:defRPr sz="1350" b="1">
                <a:solidFill>
                  <a:srgbClr val="496170"/>
                </a:solidFill>
              </a:defRPr>
            </a:lvl3pPr>
            <a:lvl4pPr>
              <a:buNone/>
              <a:defRPr sz="1350" b="1">
                <a:solidFill>
                  <a:srgbClr val="496170"/>
                </a:solidFill>
              </a:defRPr>
            </a:lvl4pPr>
            <a:lvl5pPr>
              <a:buNone/>
              <a:defRPr sz="1350" b="1">
                <a:solidFill>
                  <a:srgbClr val="496170"/>
                </a:solidFill>
              </a:defRPr>
            </a:lvl5pPr>
            <a:lvl6pPr>
              <a:buNone/>
              <a:defRPr sz="1350" b="1">
                <a:solidFill>
                  <a:srgbClr val="496170"/>
                </a:solidFill>
              </a:defRPr>
            </a:lvl6pPr>
            <a:lvl7pPr>
              <a:buNone/>
              <a:defRPr sz="1350" b="1">
                <a:solidFill>
                  <a:srgbClr val="496170"/>
                </a:solidFill>
              </a:defRPr>
            </a:lvl7pPr>
            <a:lvl8pPr>
              <a:buNone/>
              <a:defRPr sz="1350" b="1">
                <a:solidFill>
                  <a:srgbClr val="496170"/>
                </a:solidFill>
              </a:defRPr>
            </a:lvl8pPr>
            <a:lvl9pPr>
              <a:buNone/>
              <a:defRPr sz="1350" b="1">
                <a:solidFill>
                  <a:srgbClr val="49617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496170"/>
                </a:solidFill>
              </a:defRPr>
            </a:pPr>
            <a:r>
              <a:rPr sz="1350" b="1">
                <a:solidFill>
                  <a:srgbClr val="496170"/>
                </a:solidFill>
              </a:rPr>
              <a:t>SOFTWARE ENGINEERING QA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9B2AA-EA7E-4F8F-9873-C73D9273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1057275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153143"/>
                </a:solidFill>
              </a:defRPr>
            </a:defPPr>
            <a:lvl1pPr>
              <a:buNone/>
              <a:defRPr sz="5700" b="1">
                <a:solidFill>
                  <a:srgbClr val="153143"/>
                </a:solidFill>
              </a:defRPr>
            </a:lvl1pPr>
            <a:lvl2pPr>
              <a:buNone/>
              <a:defRPr sz="5700" b="1">
                <a:solidFill>
                  <a:srgbClr val="153143"/>
                </a:solidFill>
              </a:defRPr>
            </a:lvl2pPr>
            <a:lvl3pPr>
              <a:buNone/>
              <a:defRPr sz="5700" b="1">
                <a:solidFill>
                  <a:srgbClr val="153143"/>
                </a:solidFill>
              </a:defRPr>
            </a:lvl3pPr>
            <a:lvl4pPr>
              <a:buNone/>
              <a:defRPr sz="5700" b="1">
                <a:solidFill>
                  <a:srgbClr val="153143"/>
                </a:solidFill>
              </a:defRPr>
            </a:lvl4pPr>
            <a:lvl5pPr>
              <a:buNone/>
              <a:defRPr sz="5700" b="1">
                <a:solidFill>
                  <a:srgbClr val="153143"/>
                </a:solidFill>
              </a:defRPr>
            </a:lvl5pPr>
            <a:lvl6pPr>
              <a:buNone/>
              <a:defRPr sz="5700" b="1">
                <a:solidFill>
                  <a:srgbClr val="153143"/>
                </a:solidFill>
              </a:defRPr>
            </a:lvl6pPr>
            <a:lvl7pPr>
              <a:buNone/>
              <a:defRPr sz="5700" b="1">
                <a:solidFill>
                  <a:srgbClr val="153143"/>
                </a:solidFill>
              </a:defRPr>
            </a:lvl7pPr>
            <a:lvl8pPr>
              <a:buNone/>
              <a:defRPr sz="5700" b="1">
                <a:solidFill>
                  <a:srgbClr val="153143"/>
                </a:solidFill>
              </a:defRPr>
            </a:lvl8pPr>
            <a:lvl9pPr>
              <a:buNone/>
              <a:defRPr sz="5700" b="1">
                <a:solidFill>
                  <a:srgbClr val="153143"/>
                </a:solidFill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153143"/>
                </a:solidFill>
              </a:defRPr>
            </a:pPr>
            <a:r>
              <a:rPr sz="5700" b="1">
                <a:solidFill>
                  <a:srgbClr val="153143"/>
                </a:solidFill>
              </a:rPr>
              <a:t>The developer retains</a:t>
            </a:r>
          </a:p>
          <a:p xmlns:a="http://schemas.openxmlformats.org/drawingml/2006/main">
            <a:pPr>
              <a:buNone/>
              <a:defRPr sz="5700" b="1">
                <a:solidFill>
                  <a:srgbClr val="153143"/>
                </a:solidFill>
              </a:defRPr>
            </a:pPr>
            <a:r>
              <a:rPr sz="5700" b="1">
                <a:solidFill>
                  <a:srgbClr val="153143"/>
                </a:solidFill>
              </a:rPr>
              <a:t>the final decision.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9383C-8A9F-4289-9D57-18B918BD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105727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0">
                <a:solidFill>
                  <a:srgbClr val="207958"/>
                </a:solidFill>
              </a:defRPr>
            </a:defPPr>
            <a:lvl1pPr>
              <a:buNone/>
              <a:defRPr sz="2700" b="0">
                <a:solidFill>
                  <a:srgbClr val="207958"/>
                </a:solidFill>
              </a:defRPr>
            </a:lvl1pPr>
            <a:lvl2pPr>
              <a:buNone/>
              <a:defRPr sz="2700" b="0">
                <a:solidFill>
                  <a:srgbClr val="207958"/>
                </a:solidFill>
              </a:defRPr>
            </a:lvl2pPr>
            <a:lvl3pPr>
              <a:buNone/>
              <a:defRPr sz="2700" b="0">
                <a:solidFill>
                  <a:srgbClr val="207958"/>
                </a:solidFill>
              </a:defRPr>
            </a:lvl3pPr>
            <a:lvl4pPr>
              <a:buNone/>
              <a:defRPr sz="2700" b="0">
                <a:solidFill>
                  <a:srgbClr val="207958"/>
                </a:solidFill>
              </a:defRPr>
            </a:lvl4pPr>
            <a:lvl5pPr>
              <a:buNone/>
              <a:defRPr sz="2700" b="0">
                <a:solidFill>
                  <a:srgbClr val="207958"/>
                </a:solidFill>
              </a:defRPr>
            </a:lvl5pPr>
            <a:lvl6pPr>
              <a:buNone/>
              <a:defRPr sz="2700" b="0">
                <a:solidFill>
                  <a:srgbClr val="207958"/>
                </a:solidFill>
              </a:defRPr>
            </a:lvl6pPr>
            <a:lvl7pPr>
              <a:buNone/>
              <a:defRPr sz="2700" b="0">
                <a:solidFill>
                  <a:srgbClr val="207958"/>
                </a:solidFill>
              </a:defRPr>
            </a:lvl7pPr>
            <a:lvl8pPr>
              <a:buNone/>
              <a:defRPr sz="2700" b="0">
                <a:solidFill>
                  <a:srgbClr val="207958"/>
                </a:solidFill>
              </a:defRPr>
            </a:lvl8pPr>
            <a:lvl9pPr>
              <a:buNone/>
              <a:defRPr sz="2700" b="0">
                <a:solidFill>
                  <a:srgbClr val="207958"/>
                </a:solidFill>
              </a:defRPr>
            </a:lvl9pPr>
          </a:lstStyle>
          <a:p xmlns:a="http://schemas.openxmlformats.org/drawingml/2006/main">
            <a:pPr>
              <a:buNone/>
              <a:defRPr sz="2700" b="0">
                <a:solidFill>
                  <a:srgbClr val="207958"/>
                </a:solidFill>
              </a:defRPr>
            </a:pPr>
            <a:r>
              <a:rPr sz="2700" b="0">
                <a:solidFill>
                  <a:srgbClr val="207958"/>
                </a:solidFill>
              </a:rPr>
              <a:t>Traceable requirements.</a:t>
            </a:r>
          </a:p>
          <a:p xmlns:a="http://schemas.openxmlformats.org/drawingml/2006/main">
            <a:pPr>
              <a:buNone/>
              <a:defRPr sz="2700" b="0">
                <a:solidFill>
                  <a:srgbClr val="207958"/>
                </a:solidFill>
              </a:defRPr>
            </a:pPr>
            <a:r>
              <a:rPr sz="2700" b="0">
                <a:solidFill>
                  <a:srgbClr val="207958"/>
                </a:solidFill>
              </a:rPr>
              <a:t>Reviewable tests.</a:t>
            </a:r>
          </a:p>
          <a:p xmlns:a="http://schemas.openxmlformats.org/drawingml/2006/main">
            <a:pPr>
              <a:buNone/>
              <a:defRPr sz="2700" b="0">
                <a:solidFill>
                  <a:srgbClr val="207958"/>
                </a:solidFill>
              </a:defRPr>
            </a:pPr>
            <a:r>
              <a:rPr sz="2700" b="0">
                <a:solidFill>
                  <a:srgbClr val="207958"/>
                </a:solidFill>
              </a:rPr>
              <a:t>Bounded actions.</a:t>
            </a:r>
          </a:p>
        </p:txBody>
      </p:sp>
    </p:spTree>
    <p:extLst>
      <p:ext uri="{BB962C8B-B14F-4D97-AF65-F5344CB8AC3E}">
        <p14:creationId xmlns:p14="http://schemas.microsoft.com/office/powerpoint/2010/main" val="723161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2026-10-22T17:58:14.7170000Z</dcterms:created>
  <dcterms:modified xsi:type="dcterms:W3CDTF">2026-10-22T17:58:14.7170000Z</dcterms:modified>
</coreProperties>
</file>